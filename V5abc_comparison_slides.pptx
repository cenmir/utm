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8.6.20: V5 / V5b / V5c REPEATABILITY — 50 % INFILL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specimens, identical conditions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156"/>
                <a:gridCol w="1192695"/>
                <a:gridCol w="1192695"/>
                <a:gridCol w="2146852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V5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baseline (8.6.20)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V5b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472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repeat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V5c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466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repeat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06324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All: fresh PLA, 50 % infill (grid pattern), LED off, spray markers, 0.1 mm/s continuous to fracture, 80 mm² nominal area, preload anchored from post-fracture zero.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86200"/>
            <a:ext cx="1691640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22.0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 (CV 0.2 %)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67712" y="3886200"/>
            <a:ext cx="1691640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1 763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 (CV 0.2 %)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4" y="3886200"/>
            <a:ext cx="1691640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99.7 %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69164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19.9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 (CV 3.6 %)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7712" y="4937760"/>
            <a:ext cx="1691640" cy="896112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1.38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 (CV 10 %)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78224" y="4937760"/>
            <a:ext cx="1691640" cy="896112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0.027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 (CV 13 %)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2344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Repeatability across the 3 specimens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17920" y="1600200"/>
          <a:ext cx="548639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3444"/>
                <a:gridCol w="1343608"/>
                <a:gridCol w="1119673"/>
                <a:gridCol w="1119673"/>
              </a:tblGrid>
              <a:tr h="3505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CV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05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22.03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0.4 %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0.2 %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05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1763 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0.4 %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0.2 %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05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 offset)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19.86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3.6 %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1.38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20.5 %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10.3 %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505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0.027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23.2 %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12.6 %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17920" y="3886200"/>
            <a:ext cx="5486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(UTS, peak force) is outstandingly repeatable — CV &lt; 0.5 %. Modulus E and ε_f scatter more: E is a slope fit over a short low-strain window (most noise-sensitive), and S2 (V5c) stretched ~25 % further before fracture.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06440"/>
            <a:ext cx="1124712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to &lt; 0.5 % across 3 specimens — the 50 % infill response is stable and reproducible.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8.6.20: V5/V5b/V5c — STRESS-STRAIN OVERLAY</a:t>
            </a:r>
          </a:p>
        </p:txBody>
      </p:sp>
      <p:pic>
        <p:nvPicPr>
          <p:cNvPr id="5" name="Picture 4" descr="V5abc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772400" cy="4145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28016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curves look “noisy”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794760" cy="4297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The fine ripple/steps are MEASUREMENT noise, not material:
• Strain axis (dominant): DIC marker-centroid jitter — the blob centroid wobbles ~0.1–1 px between frames over a ~1675 px gauge → ε noise floor ≈ 1.4×10⁻⁵ (the small staircase steps).
• Stress axis: load-cell ADC noise. The 3 t (29.4 kN) cell runs at &lt; 6 % of range, so ±0.2–1.6 N baseline = only ±0.003–0.02 MPa ripple.
• Force–DIC timing jitter: per-sample lag varies 0–140 ms (Lag_ms column), smearing points where the curve is steep.
None of it shifts the results: E is a slope fit, σ_y the offset construction, UTS a peak — all average or ignore the scatter.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Near-coincident curves: identical elastic slope and UTS plateau (~22 MPa); only V5c (S2) stretches to a higher failure strain (0.031 vs ~0.025).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8.6.20: V5/V5b/V5c — LOAD vs TIME</a:t>
            </a:r>
          </a:p>
        </p:txBody>
      </p:sp>
      <p:pic>
        <p:nvPicPr>
          <p:cNvPr id="5" name="Picture 4" descr="V5abc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Aligned to ramp start (all 0.1 mm/s). Peak force is repeatable to 8 N (1759–1767 N, 0.5 %); V5c (S2) sustains the peak ~10 s longer before fracture — its extra ductility.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8.6.20: V5/V5b/V5c — STRESS vs DISPLACEMENT</a:t>
            </a:r>
          </a:p>
        </p:txBody>
      </p:sp>
      <p:pic>
        <p:nvPicPr>
          <p:cNvPr id="5" name="Picture 4" descr="V5abc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share of crosshead travel: V5 52 %, V5b 53 %, V5c 50 % (range 2.6 pts) — consistently ~half the travel stretches the gauge, half is rig/grip take-up. V5c needed 4.9 mm travel (vs 3.8) to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8.6.20: V5/V5b/V5c — GAUGE STRAIN vs DISPLACEMENT</a:t>
            </a:r>
          </a:p>
        </p:txBody>
      </p:sp>
      <p:pic>
        <p:nvPicPr>
          <p:cNvPr id="5" name="Picture 4" descr="V5abc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three sit well below the dotted ‘all travel → gauge’ line, confirming ~half the travel is rig compliance. Slopes overlay closely; V5c continues to 0.031 strain at 4.9 mm before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8.6.20: V5/V5b/V5c — PARAMETER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Values and % deviation relative to V5 (S4)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859535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837"/>
                <a:gridCol w="1161535"/>
                <a:gridCol w="1161535"/>
                <a:gridCol w="1161535"/>
                <a:gridCol w="1103458"/>
                <a:gridCol w="1103458"/>
              </a:tblGrid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(S4)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V5b (S3)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V5c (S2)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Δ% V5b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Δ% V5c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1.36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−18.4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−11.5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 fit R²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0.995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0.937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20.30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+6.4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+6.6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21.99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22.02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Peak true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1759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1762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0.0246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0.0255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0.0309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+3.6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+25.5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21.22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20.62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−5.2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488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+5.6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+49.7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−0.1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−0.1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281160" y="123444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Reading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1160" y="1645920"/>
            <a:ext cx="2743200" cy="3840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UTS &amp; peak force: ±0.4 % — essentially identical.
• σ_y: +6 % (both repeats higher), tight band.
• E scatters −12…−18 %: short-window slope fit; V5c's elastic R² = 0.94 (more DIC scatter) drives its E down.
• V5c (S2) failed at higher ε_f → larger toughness &amp; post-UTS softening. Specimen ductility variation, not a rig effect (DIC tracked 99.7 %).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Green = excellent repeatability (strength). Yellow = scatter sources (modulus fit, S2 ductility).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8.6.20: INFILL OFFSET FACTOR — REPEATABILITY</a:t>
            </a:r>
          </a:p>
        </p:txBody>
      </p:sp>
      <p:pic>
        <p:nvPicPr>
          <p:cNvPr id="5" name="Picture 4" descr="V5abc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766560" cy="36319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2344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Offset factor  k = Chacón_min / measured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627632"/>
          <a:ext cx="45719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042"/>
                <a:gridCol w="875489"/>
                <a:gridCol w="875489"/>
                <a:gridCol w="875489"/>
                <a:gridCol w="875489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V5b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V5c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×2.39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×2.21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×2.18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×1.48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×1.48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×1.51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3154680"/>
            <a:ext cx="4572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UTS knock-down is identical (×1.45) on all 3 specimens; σ_y tight (×1.5). E scatters (×1.95–2.39) — it tracks the noisy modulus fit.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4069080"/>
            <a:ext cx="4572000" cy="91440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Single common factor for all 3 specimens: k ≈ 2.4 (window [2.39, 2.46]). Apply k ≈ 2.4 → E, σ_y, UTS all land in Chacón ranges.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5074920"/>
            <a:ext cx="45720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707070"/>
                </a:solidFill>
                <a:latin typeface="Calibri"/>
              </a:rPr>
              <a:t>(V5 alone gave [1.95, 2.63], k = 2.0; adding V5b/V5c tightened the window — now bound from below by modulus.)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943600"/>
            <a:ext cx="115214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The infill offset is REPEATABLE — a stable, calibratable knock-down (strength ×1.45–1.5). Next: V5d/e (LED on) and V6 (100 % infill, expect k ≈ 1).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