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card only — p250</a:t>
                      </a:r>
                    </a:p>
                  </a:txBody>
                  <a:tcPr/>
                </a:tc>
                <a:tc>
                  <a:txBody>
                    <a:bodyPr lIns="54864" rIns="54864" tIns="18288" bIns="18288" wrap="square" anchor="ctr"/>
                    <a:lstStyle/>
                    <a:p>
                      <a:pPr algn="l"/>
                      <a:r>
                        <a:rPr sz="869" b="0">
                          <a:solidFill>
                            <a:srgbClr val="000000"/>
                          </a:solidFill>
                          <a:latin typeface="Calibri"/>
                        </a:rPr>
                        <a:t>no run-level screenshot yet</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p179 · p237</a:t>
                      </a:r>
                    </a:p>
                  </a:txBody>
                  <a:tcPr/>
                </a:tc>
                <a:tc>
                  <a:txBody>
                    <a:bodyPr lIns="54864" rIns="54864" tIns="18288" bIns="18288" wrap="square" anchor="ctr"/>
                    <a:lstStyle/>
                    <a:p>
                      <a:pPr algn="l"/>
                      <a:r>
                        <a:rPr sz="869" b="0">
                          <a:solidFill>
                            <a:srgbClr val="000000"/>
                          </a:solidFill>
                          <a:latin typeface="Calibri"/>
                        </a:rPr>
                        <a:t>the register, every run on record</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p257 · p258</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RIG</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post-realignment rig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p266.</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