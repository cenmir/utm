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15 separate specimens over three months (mean 3195 ± 1236 N, CV 38.7 %).
•  That is 13 of 15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~3.2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18802">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18802">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18802">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1881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13</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13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17.78 ± 7.76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17.78 over 11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2.216 GPa</a:t>
                      </a:r>
                    </a:p>
                  </a:txBody>
                  <a:tcPr/>
                </a:tc>
                <a:tc>
                  <a:txBody>
                    <a:bodyPr lIns="54864" rIns="54864" tIns="18288" bIns="18288" wrap="square" anchor="ctr"/>
                    <a:lstStyle/>
                    <a:p>
                      <a:pPr algn="l"/>
                      <a:r>
                        <a:rPr sz="950" b="0">
                          <a:solidFill>
                            <a:srgbClr val="000000"/>
                          </a:solidFill>
                          <a:latin typeface="Calibri"/>
                        </a:rPr>
                        <a:t>2.480 GPa</a:t>
                      </a:r>
                    </a:p>
                  </a:txBody>
                  <a:tcPr/>
                </a:tc>
                <a:tc>
                  <a:txBody>
                    <a:bodyPr lIns="54864" rIns="54864" tIns="18288" bIns="18288" wrap="square" anchor="ctr"/>
                    <a:lstStyle/>
                    <a:p>
                      <a:pPr algn="l"/>
                      <a:r>
                        <a:rPr sz="950" b="0">
                          <a:solidFill>
                            <a:srgbClr val="000000"/>
                          </a:solidFill>
                          <a:latin typeface="Calibri"/>
                        </a:rPr>
                        <a:t>44.1 %</a:t>
                      </a:r>
                    </a:p>
                  </a:txBody>
                  <a:tcPr/>
                </a:tc>
                <a:tc>
                  <a:txBody>
                    <a:bodyPr lIns="54864" rIns="54864" tIns="18288" bIns="18288" wrap="square" anchor="ctr"/>
                    <a:lstStyle/>
                    <a:p>
                      <a:pPr algn="l"/>
                      <a:r>
                        <a:rPr sz="950" b="1">
                          <a:solidFill>
                            <a:srgbClr val="000000"/>
                          </a:solidFill>
                          <a:latin typeface="Calibri"/>
                        </a:rPr>
                        <a:t>43.8 %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17</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a screenshot</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SF12 turned green on 2026-08-22 — its sweep is shown running on the rig two slides on. SF18 is the last blue card: the overlay HAS now been seen live under load during the TPU runs, but no screenshot was kept, so it stays blue until one is.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card only — p250</a:t>
                      </a:r>
                    </a:p>
                  </a:txBody>
                  <a:tcPr/>
                </a:tc>
                <a:tc>
                  <a:txBody>
                    <a:bodyPr lIns="54864" rIns="54864" tIns="18288" bIns="18288" wrap="square" anchor="ctr"/>
                    <a:lstStyle/>
                    <a:p>
                      <a:pPr algn="l"/>
                      <a:r>
                        <a:rPr sz="869" b="0">
                          <a:solidFill>
                            <a:srgbClr val="000000"/>
                          </a:solidFill>
                          <a:latin typeface="Calibri"/>
                        </a:rPr>
                        <a:t>no run-level screenshot yet</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p179 · p237</a:t>
                      </a:r>
                    </a:p>
                  </a:txBody>
                  <a:tcPr/>
                </a:tc>
                <a:tc>
                  <a:txBody>
                    <a:bodyPr lIns="54864" rIns="54864" tIns="18288" bIns="18288" wrap="square" anchor="ctr"/>
                    <a:lstStyle/>
                    <a:p>
                      <a:pPr algn="l"/>
                      <a:r>
                        <a:rPr sz="869" b="0">
                          <a:solidFill>
                            <a:srgbClr val="000000"/>
                          </a:solidFill>
                          <a:latin typeface="Calibri"/>
                        </a:rPr>
                        <a:t>the register, every run on record</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not yet</a:t>
                      </a:r>
                    </a:p>
                  </a:txBody>
                  <a:tcPr/>
                </a:tc>
                <a:tc>
                  <a:txBody>
                    <a:bodyPr lIns="54864" rIns="54864" tIns="18288" bIns="18288" wrap="square" anchor="ctr"/>
                    <a:lstStyle/>
                    <a:p>
                      <a:pPr algn="l"/>
                      <a:r>
                        <a:rPr sz="869" b="0">
                          <a:solidFill>
                            <a:srgbClr val="000000"/>
                          </a:solidFill>
                          <a:latin typeface="Calibri"/>
                        </a:rPr>
                        <a:t>needs one screenshot — card stays blue</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p256 · p257</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THREE FEATURES WITH NO SCREENSHOT UNTIL NOW — AUTO-CALIBRATION, THE WIZARD AND CAPTURE — ARE PROVEN ON THE NEXT FOUR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5.0→0.8 %.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23 %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−34 %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p265.</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