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04216">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204216">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Blue = built but not yet seen on the rig;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17</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77B4"/>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waiting on a screenshot</a:t>
            </a:r>
          </a:p>
        </p:txBody>
      </p:sp>
      <p:sp>
        <p:nvSpPr>
          <p:cNvPr id="42" name="Rounded Rectangle 41"/>
          <p:cNvSpPr/>
          <p:nvPr/>
        </p:nvSpPr>
        <p:spPr>
          <a:xfrm>
            <a:off x="466344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3" name="TextBox 42"/>
          <p:cNvSpPr txBox="1"/>
          <p:nvPr/>
        </p:nvSpPr>
        <p:spPr>
          <a:xfrm>
            <a:off x="517550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4" name="Rectangle 43"/>
          <p:cNvSpPr/>
          <p:nvPr/>
        </p:nvSpPr>
        <p:spPr>
          <a:xfrm>
            <a:off x="365760" y="5907024"/>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SF12 turned green on 2026-08-22 — its sweep is shown running on the rig two slides on. SF18 is the last blue card: the overlay HAS now been seen live under load during the TPU runs, but no screenshot was kept, so it stays blue until one is. SF14 is the only one hardware can block.</a:t>
            </a:r>
          </a:p>
        </p:txBody>
      </p:sp>
      <p:sp>
        <p:nvSpPr>
          <p:cNvPr id="45" name="TextBox 4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6" name="TextBox 4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card only — p250</a:t>
                      </a:r>
                    </a:p>
                  </a:txBody>
                  <a:tcPr/>
                </a:tc>
                <a:tc>
                  <a:txBody>
                    <a:bodyPr lIns="54864" rIns="54864" tIns="18288" bIns="18288" wrap="square" anchor="ctr"/>
                    <a:lstStyle/>
                    <a:p>
                      <a:pPr algn="l"/>
                      <a:r>
                        <a:rPr sz="869" b="0">
                          <a:solidFill>
                            <a:srgbClr val="000000"/>
                          </a:solidFill>
                          <a:latin typeface="Calibri"/>
                        </a:rPr>
                        <a:t>no run-level screenshot yet</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p179 · p237</a:t>
                      </a:r>
                    </a:p>
                  </a:txBody>
                  <a:tcPr/>
                </a:tc>
                <a:tc>
                  <a:txBody>
                    <a:bodyPr lIns="54864" rIns="54864" tIns="18288" bIns="18288" wrap="square" anchor="ctr"/>
                    <a:lstStyle/>
                    <a:p>
                      <a:pPr algn="l"/>
                      <a:r>
                        <a:rPr sz="869" b="0">
                          <a:solidFill>
                            <a:srgbClr val="000000"/>
                          </a:solidFill>
                          <a:latin typeface="Calibri"/>
                        </a:rPr>
                        <a:t>the register, every run on record</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not yet</a:t>
                      </a:r>
                    </a:p>
                  </a:txBody>
                  <a:tcPr/>
                </a:tc>
                <a:tc>
                  <a:txBody>
                    <a:bodyPr lIns="54864" rIns="54864" tIns="18288" bIns="18288" wrap="square" anchor="ctr"/>
                    <a:lstStyle/>
                    <a:p>
                      <a:pPr algn="l"/>
                      <a:r>
                        <a:rPr sz="869" b="0">
                          <a:solidFill>
                            <a:srgbClr val="000000"/>
                          </a:solidFill>
                          <a:latin typeface="Calibri"/>
                        </a:rPr>
                        <a:t>needs one screenshot — card stays blue</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p256 · p257</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THREE FEATURES WITH NO SCREENSHOT UNTIL NOW — AUTO-CALIBRATION, THE WIZARD AND CAPTURE — ARE PROVEN ON THE NEXT FOUR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RIG</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S36</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24.7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1.1 % apart</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2.23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12.1 %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(n=2)</a:t>
                      </a:r>
                    </a:p>
                  </a:txBody>
                  <a:tcPr/>
                </a:tc>
                <a:tc>
                  <a:txBody>
                    <a:bodyPr lIns="54864" rIns="54864" tIns="18288" bIns="18288" wrap="square" anchor="ctr"/>
                    <a:lstStyle/>
                    <a:p>
                      <a:pPr algn="l"/>
                      <a:r>
                        <a:rPr sz="900" b="0">
                          <a:solidFill>
                            <a:srgbClr val="000000"/>
                          </a:solidFill>
                          <a:latin typeface="Calibri"/>
                        </a:rPr>
                        <a:t>24.7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2, with run-to-run spread well inside the band width
•  E is a SLOPE, so the force anchor cancels out of it entirely — the 20 N that was missing from TPU's stress never touched its modulus
Stiffness ratio PLA : PETG : TPU = 125 : 79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5.0→0.8 %.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(n=2)</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24.7 ± 0.1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2.23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12.1 %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12.1 %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125× below PLA. Still rising at 12.1 %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125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125 : 79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post-realignment rig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23 %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−34 %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p265.</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THE HEADER'S “Max Strain: 0.5788” IS NOT DIC STRAIN. It is Motor_Strain — travel divided by gauge, 26.0 mm / 45 mm = 57.9 %. The DIC strain maxes at 18.94 %. On the 80 mm specimens the two sat closer together and this never stood out; at 45 mm the header reads three times the real strain, so a report skimmed from the header alone would be badly misread.</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