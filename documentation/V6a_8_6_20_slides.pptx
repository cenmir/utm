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TORQUE CEILING — THE 100% FRACTURE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crosshead speed (0.10 mm/s), different MAX force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~2.6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WEAK DAY (S15 · today)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1600200"/>
            <a:ext cx="36576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3.2–3.8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STRONG DAY (V6 · S16)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794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~3.7 kN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100% FULL-AREA NEEDS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78892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— torque capacity, NOT speed or software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current (Vref) set low
•  PSU voltage sag under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3200400"/>
            <a:ext cx="5669280" cy="1371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Driver THERMAL derating (the chip, not motor)
•  Mechanical binding (screw / rails)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48006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WORKAROUND — use 50% / smaller-cross-section specimens (fracture &lt; 2.6 kN) until the torque is restored (check Vref · cooling · PSU).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At the SAME 0.10 mm/s: S15 stalled 2.6 kN but S16 fractured 3.8 kN — the ceiling varies day-to-day. See TEST_FAILURES.md (S15).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MOTOR JITTER = STALL WARNING  (a failed test)</a:t>
            </a:r>
          </a:p>
        </p:txBody>
      </p:sp>
      <p:pic>
        <p:nvPicPr>
          <p:cNvPr id="5" name="Picture 4" descr="feat_motor_ji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0" y="1572768"/>
            <a:ext cx="452628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At the force ceiling the crosshead FROZE and the whole machine SHOOK — a stalled stepper skipping steps.
S15: had to Stop by hand.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320040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3602736"/>
            <a:ext cx="4526280" cy="16459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Motor at / beyond its torque limit
•  Strain-rate loop then oscillated, chasing a motor that can't move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760720"/>
            <a:ext cx="11475720" cy="713232"/>
          </a:xfrm>
          <a:prstGeom prst="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WARNING — jitter = STALL. STOP, don't force 100% full-area. The stall guard now auto-halts (&lt; 0.05 mm in 6 s under load).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CAUCHY (TRUE) STRESS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2651760"/>
            <a:ext cx="1147572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1" i="0">
                <a:solidFill>
                  <a:srgbClr val="1F3F2F"/>
                </a:solidFill>
                <a:latin typeface="Calibri"/>
              </a:rPr>
              <a:t>Getting the DEFORMING cross-section for TRUE / Cauchy stress + Poisson ratio - a separate future work-stream: edge-width tracking on a matte-black backdrop.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we REPORT engineering stress</a:t>
            </a:r>
          </a:p>
        </p:txBody>
      </p:sp>
      <p:pic>
        <p:nvPicPr>
          <p:cNvPr id="6" name="Picture 5" descr="feat_eng_vs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623560" cy="2309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50208"/>
            <a:ext cx="5623560" cy="10515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σ_eng = F / A₀  (REPORTED)      σ_true = F / A  (not tracked, ~2–5% higher)
Basis: ISO 527 · Chacón · datasheet all use ENGINEERING → apples-to-apples for our k-factors.  E &amp; σ_y ~unchanged.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TRANSVERSE markers = ideal, but the gauge is too NARROW → EDGE-WIDTH detection (next slide) is the practical route.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The fix — track the specimen's OWN edges</a:t>
            </a:r>
          </a:p>
        </p:txBody>
      </p:sp>
      <p:pic>
        <p:nvPicPr>
          <p:cNvPr id="6" name="Picture 5" descr="feat_edgewid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17904"/>
            <a:ext cx="5532120" cy="227233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913632"/>
            <a:ext cx="5532120" cy="1097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Gauge too NARROW for transverse dots (sub-pixel at 20 px/mm) → track the L &amp; R edges instead.
ε_w = (W₀−W)/W₀     ν = −ε_w/ε_axial     A = W·t     → MEASURED (no assumed ν), written to the CSV.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166360"/>
            <a:ext cx="1152144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EDGE-WIDTH TRACKING + a matte-black backdrop = the only route that MEASURES Poisson &amp; true Cauchy, reusing THIS camera &amp; specimen. Keep ENGINEERING stress as the validated basis.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— ADVANCED TEST MODES: SIX CLOSED-LOOP PROTOCOLS, ONE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six share one control loop (`_policy_step`) and one safety net. Every trace below is real rig data, not a schematic. Two of them drive the specimen to destruction.</a:t>
            </a:r>
          </a:p>
        </p:txBody>
      </p:sp>
      <p:pic>
        <p:nvPicPr>
          <p:cNvPr id="6" name="Picture 5" descr="sf9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2574" y="1426464"/>
            <a:ext cx="9562090" cy="40690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11480" y="5614416"/>
            <a:ext cx="1138428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Why it matters: a conventional pull gives ONE modulus, ONE yield, ONE UTS. These modes interrogate the specimen on the way to failure — so a single specimen yields a CURVE (stiffness vs damage, relaxation vs level) instead of a point.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Rig-validated 2026-08-08/09 on S18, S20, S21. Engine: control_policies.py · app wiring: main.py `_policy_step` · schematics: ui_help/.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— HOW IT WORKS</a:t>
            </a:r>
          </a:p>
        </p:txBody>
      </p:sp>
      <p:pic>
        <p:nvPicPr>
          <p:cNvPr id="5" name="Picture 4" descr="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Repeatedly loads and unloads between a Low and a High force for N cycles.
• Hysteresis loop area = energy dissipated per cycle
• Change in loop shape = early damage, before any visible yield
• Waveform choice: Triangle (constant-speed ramps) or Sine (eases at each peak)
• Stays elastic — the specimen is REUSABLE afterwards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Low / High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/ 500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Cycles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Waveform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Triangle (T5) · Sine (T6.3)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Low 0–5000 N · High 0–5000 N · Cycles 1–1000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High below yield, or the run becomes a fatigue test and the specimen breaks.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CYCLIC — OUR RESULTS</a:t>
            </a:r>
          </a:p>
        </p:txBody>
      </p:sp>
      <p:pic>
        <p:nvPicPr>
          <p:cNvPr id="5" name="Picture 4" descr="sf9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71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Triangle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error — Sine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500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Sine, final cycle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 + 5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Cycles completed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6325"/>
                <a:gridCol w="1626325"/>
                <a:gridCol w="1626325"/>
                <a:gridCol w="1626325"/>
                <a:gridCol w="1626325"/>
                <a:gridCol w="1626325"/>
                <a:gridCol w="162633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mean |err|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T5 Triangle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566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574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587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71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T6.3 Sine — peak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528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Sine cuts peak error 71 N → 15 N (78 % better) and CONVERGES: 528 → 500 N across the 5 cycles, landing on the 500 N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convergence is the adaptive reversal lead learning the true coast distance in the FORCE domain. Seeded at zero so it approaches from below — seeding it at the measured 1.3 s decel over-led and rang (T6, T6.2).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— HOW IT WORKS</a:t>
            </a:r>
          </a:p>
        </p:txBody>
      </p:sp>
      <p:pic>
        <p:nvPicPr>
          <p:cNvPr id="5" name="Picture 4" descr="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Steps the load up — Start, Start+Step, Start+2·Step … — and DWELLS at every level.
• Each dwell is a mini stress-relaxation test
• Modulus can be re-measured at every level
• Ramp shape: Linear (constant speed) or Smooth (eases into each level)
• Non-destructive if the top level stays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6459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/ 300 N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Levels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 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351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Linear (T3) · Smooth (T4)</a:t>
                      </a:r>
                    </a:p>
                  </a:txBody>
                  <a:tcPr/>
                </a:tc>
              </a:tr>
              <a:tr h="235133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Levels 1–20 · Dwell 1–600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top level, Start+(Levels−1)·Step, below yield.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— OUR RESULTS</a:t>
            </a:r>
          </a:p>
        </p:txBody>
      </p:sp>
      <p:pic>
        <p:nvPicPr>
          <p:cNvPr id="5" name="Picture 4" descr="sf9_stair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Linear — mean overshoot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Smooth — mean overshoot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8×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Improvement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 of 6 dwells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Stall guard false trips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46070"/>
                <a:gridCol w="2846070"/>
                <a:gridCol w="2846070"/>
                <a:gridCol w="284607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Level (commanded)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L1 · 300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L2 · 600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L3 · 900 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T3 Linear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+45.5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+46.8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+52.6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T4 Smooth — arrival overshoot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+6.0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+4.8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+7.8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Dwell force drop (Smooth)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7.7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16.1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6.0 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Smooth ramp cuts arrival overshoot from ~48 N to ~6 N — a 8× improvement — by tapering the last 25 % of every approach.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Overshoot is measured against the COMMANDED level, not the settled value — the settled value already contains the dwell relaxation, which would mask the control error.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— HOW IT WORKS</a:t>
            </a:r>
          </a:p>
        </p:txBody>
      </p:sp>
      <p:pic>
        <p:nvPicPr>
          <p:cNvPr id="5" name="Picture 4" descr="relax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STRAIN, then holds the crosshead still and watches the force decay.
• Measures the viscoelastic stress-relaxation of the polymer
• Decay rate and magnitude are material fingerprints
• Requires live DIC (green 2/2) — strain is the controlled variable
• Non-destructive below yield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0.010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81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Hold strain 0.001–0.200 · Duration 1–3600 s · Speed 0.005–0.500 mm/s · needs DIC green 2/2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hold strain below yield (≈0.015 for PLA) for a purely elastic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RELAXATION — OUR RESULTS</a:t>
            </a:r>
          </a:p>
        </p:txBody>
      </p:sp>
      <p:pic>
        <p:nvPicPr>
          <p:cNvPr id="5" name="Picture 4" descr="sf9_rela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2146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2040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After hold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106 N  (4.9 %)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Stress relaxed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0.01011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Strain held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decay over 81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2146 → 2040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4.9 % of the initial stress relaxed away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0.01011 ± 0.000024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±0.24 % of the held value — the crosshead really did stand still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Textbook viscoelastic relaxation: 106 N (4.9 %) shed at a strain held to ±0.24 %. The control did its job — the decay is the MATERIAL, not drift.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Relaxation is the one mode whose dwell is not a zero-speed hold: it keeps nudging the crosshead to pin the strain, so the dwell is found from crosshead POSITION going flat.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— HOW IT WORKS</a:t>
            </a:r>
          </a:p>
        </p:txBody>
      </p:sp>
      <p:pic>
        <p:nvPicPr>
          <p:cNvPr id="5" name="Picture 4" descr="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3271" y="1188720"/>
            <a:ext cx="5991497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Ramps to a target LOAD, then holds that force constant and watches the strain grow.
• The dual of relaxation: fix stress, measure strain(t)
• Reveals time-dependent deformation under sustained service load
• Primary-creep slope indicates how the part behaves under a permanent load
• Non-destructive well below UTS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903720" y="3749039"/>
          <a:ext cx="4846319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Hold duration (measured)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S20 · 100 %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0" name="Rectangle 9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Load 10–5000 N · Duration 1–3600 s · Speed 0.005–0.500 mm/s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use ≤60–70 % of UTS — above that, creep runs away and the specimen fails during the hold.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CREEP — OUR RESULTS</a:t>
            </a:r>
          </a:p>
        </p:txBody>
      </p:sp>
      <p:pic>
        <p:nvPicPr>
          <p:cNvPr id="5" name="Picture 4" descr="sf9_cr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386" y="1133856"/>
            <a:ext cx="8484467" cy="2889504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398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held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± 2.2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stability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+3257 µε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Creep strain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4114800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Hold duration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956048"/>
          <a:ext cx="11384280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Interpretation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Force held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398 ± 2.2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±0.55 % of target — the load is genuinely constant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strain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0.00000 → 0.00326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+3257 µε of creep in 40 s at fixed stress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Force pinned to ±2.2 N (0.55 %) while the strain crept +3257 µε — the specimen deformed under a load that never changed.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Creep and relaxation are duals and were run back-to-back on the same specimen (S20), so the two responses are directly comparable.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— HOW IT WORKS</a:t>
            </a:r>
          </a:p>
        </p:txBody>
      </p:sp>
      <p:pic>
        <p:nvPicPr>
          <p:cNvPr id="5" name="Picture 4" descr="staircase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Destructive modes are behind a confirmation dialog that echoes area, gauge and infill before arming.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Like Staircase, but it keeps adding levels until the specimen breaks.
• A mini stress-relaxation at EVERY level, right up to failure
• Yield onset appears as the dwell drop stops shrinking and starts growing
• Modulus re-measured at every level = stiffness vs stress
• Ends in fracture → UTS and ε_f from the SAME specimen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Start /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200 / 120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Dwell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Ramp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Smooth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S18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Start 0–5000 N · Step 10–2000 N · Dwell 1–600 s · Speed 0.005–0.500 mm/s · max 60 levels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size Step so ~8–12 levels reach fracture. Too fine and the run drags; too coarse and you lose resolution exactly where yield happens.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STAIRCASE → FRACTURE — OUR RESULTS</a:t>
            </a:r>
          </a:p>
        </p:txBody>
      </p:sp>
      <p:pic>
        <p:nvPicPr>
          <p:cNvPr id="5" name="Picture 4" descr="sf9_stair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0430" y="1133856"/>
            <a:ext cx="7786378" cy="2651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1148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1388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load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5755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307.4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Force anchor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3620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21.19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TRUE UTS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49689" y="3877056"/>
            <a:ext cx="2736341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1.36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Auto-halt after collapse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11480" y="4718304"/>
          <a:ext cx="11384280" cy="9509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4760"/>
                <a:gridCol w="3794760"/>
                <a:gridCol w="3794760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Levels resolved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 dwells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each one a mini relaxation test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 onset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694 N tared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the dwell drop stops falling and starts growing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Nominal vs TRUE 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17.35 → 21.19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anchor 307.4 N recovered from the post-fracture tail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One specimen delivered a yield knee AND a fracture: 8 relaxation points, yield located at 694 N, TRUE UTS 21.19 MPa, auto-halt 1.36 s after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The anchor is the preload the tare removed; recovering it from the settled post-fracture tail converts nominal stress to true stress without a second measurement.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— HOW IT WORKS</a:t>
            </a:r>
          </a:p>
        </p:txBody>
      </p:sp>
      <p:pic>
        <p:nvPicPr>
          <p:cNvPr id="5" name="Picture 4" descr="progressive_cyclic_to_fra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6263640" cy="266537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3991258"/>
            <a:ext cx="6263640" cy="685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collapse watch here is PER RISING STROKE and armed only past halfway to target — a single always-on detector would trip on every intentional unload.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133856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this mode tells you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903720" y="1517904"/>
            <a:ext cx="4846320" cy="17830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0">
                <a:solidFill>
                  <a:srgbClr val="000000"/>
                </a:solidFill>
                <a:latin typeface="Calibri"/>
              </a:rPr>
              <a:t>DESTRUCTIVE. Load–unload–reload with the peak rising every cycle, until fracture.
• EVERY unload measures the modulus at that damage state
• Gives the stiffness-degradation curve D = 1 − Eᵢ/E₀ vs stress
• Hysteresis area per cycle tracks energy going into damage
• Permanent set per cycle shows plasticity accumulating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03720" y="3401568"/>
            <a:ext cx="49377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used for our test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903720" y="3749039"/>
          <a:ext cx="4846319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45802"/>
                <a:gridCol w="1900517"/>
              </a:tblGrid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1st peak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Peak step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150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Unload to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100 N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0.100 mm/s</a:t>
                      </a:r>
                    </a:p>
                  </a:txBody>
                  <a:tcPr/>
                </a:tc>
              </a:tr>
              <a:tr h="2560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S21 · 50 % infill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5504688"/>
            <a:ext cx="11338560" cy="438912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SOFTWARE LIMITS — 1st peak 0–5000 N · Peak step 10–2000 N · Unload to 20–2000 N · Speed 0.005–0.500 mm/s · max 40 cycles (policy cap)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998464"/>
            <a:ext cx="113385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Guidance: keep the unload floor ≥20 N so the specimen never goes slack and the grips stay seated.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Always-on, every mode: 10 kN force · 30 mm travel · 900 s timeout · stall guard (6 s window, min(0.05 mm, 35 % of commanded travel), armed above 200 N) · dead-DIC freeze 0.2 s / halt 1.0 s · E-Stop.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PROGRESSIVE CYCLIC → FRACTURE — OUR RESULTS</a:t>
            </a:r>
          </a:p>
        </p:txBody>
      </p:sp>
      <p:pic>
        <p:nvPicPr>
          <p:cNvPr id="5" name="Picture 4" descr="sf9_prog_cycl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7744" y="1133856"/>
            <a:ext cx="9791751" cy="3017520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11480" y="4242816"/>
          <a:ext cx="11384280" cy="1426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  <a:gridCol w="1138428"/>
              </a:tblGrid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Cycle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trend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load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455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595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893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1046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1198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1338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target ±12 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Peak error vs target (N)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+33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-12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±6 mean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unload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1.85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2.32 → 1.73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Crosshead K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640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744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777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613 → 777  ↑</a:t>
                      </a:r>
                    </a:p>
                  </a:txBody>
                  <a:tcPr/>
                </a:tc>
              </a:tr>
              <a:tr h="23774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Hysteresis dissipated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31.7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12.4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10.8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11.4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15.2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29.6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min 9.6 → 29.6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11480" y="5760720"/>
            <a:ext cx="11384280" cy="5029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Specimen SOFTENED 2.32 → 1.73 GPa (25 % stiffness lost) while the crosshead read 613 → 777 N/mm — STIFFER. Without DIC this test concludes the opposite of the truth.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Cycles 1–3 carry no modulus: the DIC strain CHANGE in those small unloads is below the noise floor (R² 0.17–0.82). Dissipation is an energy integral over a large position range and has no such floor — on this rig it is the better damage metric.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SF9 · THE ONE THAT FAILED — T7, AND WHY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060704"/>
            <a:ext cx="11338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T7 ran Staircase → FRACTURE on S20 (100 % infill) and never broke the specimen. Worth a slide: the failure is a HARDWARE limit, and the software behaved exactly as designed.</a:t>
            </a:r>
          </a:p>
        </p:txBody>
      </p:sp>
      <p:pic>
        <p:nvPicPr>
          <p:cNvPr id="6" name="Picture 5" descr="sf9_t7_st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285" y="1444752"/>
            <a:ext cx="8888669" cy="3017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411480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2355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reached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688336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3696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Needed to fracture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965192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72 % of it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Got to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42048" y="4553712"/>
            <a:ext cx="2167128" cy="749808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192 µm in 118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Crosshead at the top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18904" y="4553712"/>
            <a:ext cx="2167128" cy="749808"/>
          </a:xfrm>
          <a:prstGeom prst="roundRect">
            <a:avLst/>
          </a:prstGeom>
          <a:solidFill>
            <a:srgbClr val="FFCD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1.6 %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…of commanded 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541324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stalled — ranked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705856"/>
            <a:ext cx="576072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Stepper DRIVER CURRENT (Vref) set too low — most likely, and cheapest to check
2  Driver THERMAL DERATING — T7 was the 7th test of a 2 h 15 min session
3  PSU voltage SAG under peak load
4  Mechanical binding in the lead screw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541324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Mitigation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705856"/>
            <a:ext cx="539496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1  Measure and raise driver Vref to spec; add a heatsink/fan
2  Cool between destructive runs — T7.2 and T8 both PASSED after a pause
3  Scope the rail under load; fit a stiffer PSU
4  On a weak day use 50 % specimens (fracture ≈1.4 kN) — both later runs did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NOT a hard ceiling: six 100 % specimens fractured at 3.1–3.4 kN. Software response was correct — nothing ran away, and the specimen was released intact and reusable.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199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