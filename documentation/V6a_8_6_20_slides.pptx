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42466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“the specimen softens but the machine reads stiffer”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This is the single most important idea on the T8 slide, so here it is slowly. Nothing here is new data — it is the same numbers, explained.</a:t>
            </a:r>
          </a:p>
        </p:txBody>
      </p:sp>
      <p:pic>
        <p:nvPicPr>
          <p:cNvPr id="6" name="Picture 5" descr="sf9_teach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49" y="1389888"/>
            <a:ext cx="8597541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01184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you are measuring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4901184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Two DIFFERENT things.  DIC watches two dots ON the specimen. The crosshead measures how far the whole machine moved.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85232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Why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5285232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crosshead reading contains the grips, screw, frame and every bit of slack — the specimen is only ONE part of what it sees.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actually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69280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specimen got 26 % SOFTER (real damage). The machine got 29 % STIFFER as slack was squeezed out. The machine change is bigger, so the total went UP 4 %.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The one-line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053328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rig is the SOFTER spring (1095 vs 2325 N/mm), so it dominates the crosshead number. Only DIC can see the specimen by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8428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Springs in series: 1/K_measured = 1/K_specimen + 1/K_machine. K_specimen = E·A/L; with A = 80 mm² and L = 80 mm that is numerically E in MPa, which is why all three fit on one axis.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why the energy loss DIPS, then CLIMBS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U shape looks odd until you see that TWO separate things are being added together — one dying away, one waking up.</a:t>
            </a:r>
          </a:p>
        </p:txBody>
      </p:sp>
      <p:pic>
        <p:nvPicPr>
          <p:cNvPr id="6" name="Picture 5" descr="sf9_teach_diss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14" y="1389888"/>
            <a:ext cx="9778810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773168"/>
          <a:ext cx="11384277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46"/>
                <a:gridCol w="1109237"/>
                <a:gridCol w="1109237"/>
                <a:gridCol w="1459523"/>
                <a:gridCol w="1109237"/>
                <a:gridCol w="1109237"/>
                <a:gridCol w="256876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  ← lowest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Energy lost per cycle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Permanent stretch added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+106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+102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+22 µm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+65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+271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Left-over strain added (DIC)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+385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+254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+212 µε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+264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+1669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33872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Three completely separate measurements all bottom out at CYCLE 5. That is why it is believed — one dipping curve could be noise; three agreeing is a real change of regime.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Careful: cycle 5 is where MATERIAL damage overtakes the still-fading MACHINE settling — it is not a pure yield point. T7.2's relaxation knee says 694 N, this says 893 N, so the deck quotes yield onset as a BRACKET of 700–900 N rather than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SF3 · SETTINGS (RECIPES) — WHAT ONE CLICK RESTORES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A recipe is the WHOLE test setup, not just a couple of boxes. Pick a profile, press Load, and every field below is restored — including the advanced test mode and its parameters.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Specimen &amp; rig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92224"/>
          <a:ext cx="5532118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4125"/>
                <a:gridCol w="1702190"/>
                <a:gridCol w="1595803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PLA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infill_pct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DIC specimen preset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specimen_mode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White / Black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Cross-section area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area_mm2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mm²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 length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gauge_mm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preload_N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 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test_speed_mm_s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programme  ← the part people miss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792224"/>
          <a:ext cx="55321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2019662"/>
                <a:gridCol w="1668417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Which advanced 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ALL SIX modes' parameters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mode_params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below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strain_rate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0.0005 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auto_stop_fracture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Free-text 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why these settings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low/high/cycles/speed/waveform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/ 500 N · 5 · Sine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Progressive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first_peak/peak_step/unload_to/speed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/ 150 / 100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31920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Every mode's parameters are stored, not just the selected one — so switching Test type AFTER a Load gives sane values instead of leftovers from whatever was loaded before. Verified by round-trip: save → reload returns byte-identical params for all six modes.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82896"/>
            <a:ext cx="5532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A destructive test is ONE specimen — there is no second chance to get the settings right.
•  Repeat runs are identical by construction, not by memory or a lab notebook.
•  A student can run a validated protocol without knowing how it was tuned.
•  One shared source of truth: `_mode_widget_map()` drives BOTH save and load, so the two can never drift apart. Adding a mode means one entry there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two profiles that ship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63640" y="4882896"/>
          <a:ext cx="5532119" cy="740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737616"/>
                <a:gridCol w="829818"/>
                <a:gridCol w="2120645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Fracture protocols sized for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 100%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470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~3.2 kN in ~10 levels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 50%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validated T7.2 / T8 settings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63640" y="5760720"/>
            <a:ext cx="5532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Recreated automatically if missing, so a fresh clone always has them. A profile you have customised is never overwritten.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Stored as plain JSON in Software/UTM_PyQt6/recipes/ — readable, diffable, and easy to hand to someone else. The folder is gitignored as user-local; the two defaults regenerate on launch.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/>
                <a:gridCol w="623020"/>
                <a:gridCol w="1415955"/>
                <a:gridCol w="1869060"/>
                <a:gridCol w="1302678"/>
                <a:gridCol w="962849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