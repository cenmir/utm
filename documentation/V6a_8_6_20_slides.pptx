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 FOR PLA?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Sanity-check of every SF9 result against published FDM-PLA data. PLA is GLASSY at room temperature (Tg ≈ 60–63 °C), which sets the expectation for all the time-dependent modes.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621" y="1389888"/>
            <a:ext cx="9095997" cy="3063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572000"/>
          <a:ext cx="113842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Literature (FDM PLA)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Modulus,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GPa (T4 top level)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± 0.20 …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inside the band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46.2 MPa (V6 quintet)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 – 43 MPa (dogbone)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~8 % above — same order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50 %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21.2 / 21.4 MPa (T7.2 / T8)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≈ half of solid ⇒ ~21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the k≈2 infill knock-down, confirmed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Stress 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in 81 s at ε=0.010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 – 13 % (much longer holds)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plausible early portion — hold too short to compare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70448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CREEP: none resolvable (+0 µε drift over 40 s at 5.0 MPa, DIC noise ±12 µε). Correct — glassy PLA at 11 % of UTS should not creep measurably in 40 s. The test proved the CONTROL, not the material.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Sources: Materials 15(10) 3509 (PLA stress relaxation, ~11–13 %); J. Appl. Polym. Sci. e54463 (infill-orientation relaxation); FDM-PLA tensile surveys (E 2.65–3.06 GPa, UTS 41–43 MPa). To compare relaxation properly, re-run the hold at ≥600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203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203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