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 TRANSVERSE marker pair is the IDEAL route: measure width contraction ε_w with the existing DIC (bonus: Poisson's ratio), then A(t) = A₀(1+ε_w)²,  σ_cauchy = F / A(t). BUT the current specimen gauge is VERY NARROW so transverse dots barely fit → EDGE-WIDTH detection (slide 164) is the SECOND-PREFERRED, practical route. Keep ENGINEERING stress as the reported / validated value; report Cauchy as the physically-accurate supplement.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