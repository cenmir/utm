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(p217-222).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a:t>
            </a:r>
          </a:p>
        </p:txBody>
      </p:sp>
      <p:sp>
        <p:nvSpPr>
          <p:cNvPr id="12" name="Rectangle 11"/>
          <p:cNvSpPr/>
          <p:nvPr/>
        </p:nvSpPr>
        <p:spPr>
          <a:xfrm>
            <a:off x="365760" y="48006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WORKAROUND — use 50% / smaller-cross-section specimens (fracture &lt; 2.6 kN) until the torque is restored (check Vref · cooling · PSU).</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S15 stalled 2.6 kN but S16 fractured 3.8 kN — the ceiling varies day-to-day. See TEST_FAILURES.md (S15).</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WARNING — jitter = STALL. STOP, don't force 100% full-area. The stall guard now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p211-212.</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p213-215.</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Mechanical binding in the lead screw</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p199.</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(p188).
•  So engineering + engineering is the only defensible pairing available today.
•  ISO 527 and the add:north TDS also report engineering — which is what keeps our k-factors comparable (p206).</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p188.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p188: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p189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p189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(p196's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p196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p196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p208.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(p211-212).
•  Creep is measurable — +1080 µε at 41× the noise floor, decelerating (p213-215).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p217-class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2.56 GPa</a:t>
                      </a:r>
                    </a:p>
                  </a:txBody>
                  <a:tcPr/>
                </a:tc>
                <a:tc>
                  <a:txBody>
                    <a:bodyPr lIns="54864" rIns="54864" tIns="18288" bIns="18288" wrap="square" anchor="ctr"/>
                    <a:lstStyle/>
                    <a:p>
                      <a:pPr algn="l"/>
                      <a:r>
                        <a:rPr sz="950" b="0">
                          <a:solidFill>
                            <a:srgbClr val="000000"/>
                          </a:solidFill>
                          <a:latin typeface="Calibri"/>
                        </a:rPr>
                        <a:t>17.5 %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2.67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0">
                          <a:solidFill>
                            <a:srgbClr val="000000"/>
                          </a:solidFill>
                          <a:latin typeface="Calibri"/>
                        </a:rPr>
                        <a:t>-7 %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3.02 GPa</a:t>
                      </a:r>
                    </a:p>
                  </a:txBody>
                  <a:tcPr>
                    <a:solidFill>
                      <a:srgbClr val="C8E6C9"/>
                    </a:solidFill>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c>
                  <a:txBody>
                    <a:bodyPr lIns="54864" rIns="54864" tIns="18288" bIns="18288" wrap="square" anchor="ctr"/>
                    <a:lstStyle/>
                    <a:p>
                      <a:pPr algn="l"/>
                      <a:r>
                        <a:rPr sz="950" b="1">
                          <a:solidFill>
                            <a:srgbClr val="000000"/>
                          </a:solidFill>
                          <a:latin typeface="Calibri"/>
                        </a:rPr>
                        <a:t>+5 %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8.5 % against 13.2 and 17.5) and closest to the datasheet (+5 % against -7 and -11).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p237.</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p230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p229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p236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46.58 ± 0.94</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46.58 over 11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p223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p232-235 · 100 % pair p217-222 · E fit window p223-224 · black specimen p225-231.</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p223–224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2.670 GPa</a:t>
                      </a:r>
                    </a:p>
                  </a:txBody>
                  <a:tcPr/>
                </a:tc>
                <a:tc>
                  <a:txBody>
                    <a:bodyPr lIns="54864" rIns="54864" tIns="18288" bIns="18288" wrap="square" anchor="ctr"/>
                    <a:lstStyle/>
                    <a:p>
                      <a:pPr algn="l"/>
                      <a:r>
                        <a:rPr sz="950" b="0">
                          <a:solidFill>
                            <a:srgbClr val="000000"/>
                          </a:solidFill>
                          <a:latin typeface="Calibri"/>
                        </a:rPr>
                        <a:t>3.020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