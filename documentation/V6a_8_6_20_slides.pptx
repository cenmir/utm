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pic>
        <p:nvPicPr>
          <p:cNvPr id="5" name="Picture 4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To actually measure PLA creep, raise the hold to 50–70 % of UTS and extend it to minutes. See p203 for the literature comparison.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Measure and raise driver Vref to spec; add a heatsink/fan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description promises loop area = energy dissipated, and loop-shape change = early damage. Neither is measurable from THIS run — and the reason is physics, not a rig fault.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143" y="1389888"/>
            <a:ext cx="10274952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773168"/>
            <a:ext cx="2167128" cy="73152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773168"/>
            <a:ext cx="2167128" cy="73152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3.6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excursion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773168"/>
            <a:ext cx="2167128" cy="73152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601 µε /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resolution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77316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77316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NO → area invalid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Loop closes?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614416"/>
            <a:ext cx="11384280" cy="6217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Cycling at 14 % of fracture load leaves almost no hysteresis to find — correct material behaviour for PLA in its elastic range. To measure damage you must cycle NEAR YIELD, which is exactly what Progressive cyclic (T8, 78 % of fracture) does — see p198.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To get hysteresis from the fixed-bounds Cyclic mode, re-run with High near yield (~2500 N on 100 % infill) instead of 500 N. Two honest failures are shown, not hidden: the strain axis is quantisation-limited, and the work loop does not close because the crosshead ratchets, which makes the apparent dissipation NEGATIVE.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 FOR PLA?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Sanity-check of every SF9 result against published FDM-PLA data. PLA is GLASSY at room temperature (Tg ≈ 60–63 °C), which sets the expectation for all the time-dependent modes.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621" y="1389888"/>
            <a:ext cx="9095997" cy="30632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572000"/>
          <a:ext cx="113842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Literature (FDM PLA)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Modulus,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GPa (T4 top level)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± 0.20 …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inside the band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100 %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46.2 MPa (V6 quintet)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41 – 43 MPa (dogbone)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~8 % above — same order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UTS, 50 %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21.2 / 21.4 MPa (T7.2 / T8)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≈ half of solid ⇒ ~21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the k≈2 infill knock-down, confirmed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Stress 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in 81 s at ε=0.010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 – 13 % (much longer holds)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✓ plausible early portion — hold too short to compare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70448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CREEP: none resolvable (+0 µε drift over 40 s at 5.0 MPa, DIC noise ±12 µε). Correct — glassy PLA at 11 % of UTS should not creep measurably in 40 s. The test proved the CONTROL, not the material.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Sources: Materials 15(10) 3509 (PLA stress relaxation, ~11–13 %); J. Appl. Polym. Sci. e54463 (infill-orientation relaxation); FDM-PLA tensile surveys (E 2.65–3.06 GPa, UTS 41–43 MPa). To compare relaxation properly, re-run the hold at ≥600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200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191-192 · 200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189-190 · 202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189-190 · 202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187-188 · 201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187-188 · 201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197-198 · 200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