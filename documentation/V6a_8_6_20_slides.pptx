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3007 ± 1412 N, CV 47.0 %).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0421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0421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(unlabelled)</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(unlabelled)</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17.78 ± 7.76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14</a:t>
                      </a:r>
                    </a:p>
                  </a:txBody>
                  <a:tcPr/>
                </a:tc>
                <a:tc>
                  <a:txBody>
                    <a:bodyPr lIns="54864" rIns="54864" tIns="18288" bIns="18288" wrap="square" anchor="ctr"/>
                    <a:lstStyle/>
                    <a:p>
                      <a:pPr algn="l"/>
                      <a:r>
                        <a:rPr sz="950" b="0">
                          <a:solidFill>
                            <a:srgbClr val="000000"/>
                          </a:solidFill>
                          <a:latin typeface="Calibri"/>
                        </a:rPr>
                        <a:t>45.84 ± 2.17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45.84 over 14 runs.
At 50 % this pair reads a little LOW: 19.89 against 17.78 over 11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2.216 GPa</a:t>
                      </a:r>
                    </a:p>
                  </a:txBody>
                  <a:tcPr/>
                </a:tc>
                <a:tc>
                  <a:txBody>
                    <a:bodyPr lIns="54864" rIns="54864" tIns="18288" bIns="18288" wrap="square" anchor="ctr"/>
                    <a:lstStyle/>
                    <a:p>
                      <a:pPr algn="l"/>
                      <a:r>
                        <a:rPr sz="950" b="0">
                          <a:solidFill>
                            <a:srgbClr val="000000"/>
                          </a:solidFill>
                          <a:latin typeface="Calibri"/>
                        </a:rPr>
                        <a:t>2.480 GPa</a:t>
                      </a:r>
                    </a:p>
                  </a:txBody>
                  <a:tcPr/>
                </a:tc>
                <a:tc>
                  <a:txBody>
                    <a:bodyPr lIns="54864" rIns="54864" tIns="18288" bIns="18288" wrap="square" anchor="ctr"/>
                    <a:lstStyle/>
                    <a:p>
                      <a:pPr algn="l"/>
                      <a:r>
                        <a:rPr sz="950" b="0">
                          <a:solidFill>
                            <a:srgbClr val="000000"/>
                          </a:solidFill>
                          <a:latin typeface="Calibri"/>
                        </a:rPr>
                        <a:t>44.1 %</a:t>
                      </a:r>
                    </a:p>
                  </a:txBody>
                  <a:tcPr/>
                </a:tc>
                <a:tc>
                  <a:txBody>
                    <a:bodyPr lIns="54864" rIns="54864" tIns="18288" bIns="18288" wrap="square" anchor="ctr"/>
                    <a:lstStyle/>
                    <a:p>
                      <a:pPr algn="l"/>
                      <a:r>
                        <a:rPr sz="950" b="1">
                          <a:solidFill>
                            <a:srgbClr val="000000"/>
                          </a:solidFill>
                          <a:latin typeface="Calibri"/>
                        </a:rPr>
                        <a:t>43.8 %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16</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2</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rig time</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two blue cards wait on RIG TIME, not on code: SF18 needs the lighting fixed to shoot the overlay under load, and SF12's sweep could not tune a black specimen until 2026-08-19.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S36</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24.7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1.1 % apart</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2.23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12.1 %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(n=2)</a:t>
                      </a:r>
                    </a:p>
                  </a:txBody>
                  <a:tcPr/>
                </a:tc>
                <a:tc>
                  <a:txBody>
                    <a:bodyPr lIns="54864" rIns="54864" tIns="18288" bIns="18288" wrap="square" anchor="ctr"/>
                    <a:lstStyle/>
                    <a:p>
                      <a:pPr algn="l"/>
                      <a:r>
                        <a:rPr sz="900" b="0">
                          <a:solidFill>
                            <a:srgbClr val="000000"/>
                          </a:solidFill>
                          <a:latin typeface="Calibri"/>
                        </a:rPr>
                        <a:t>24.7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2, with run-to-run spread well inside the band width
•  E is a SLOPE, so the force anchor cancels out of it entirely — the 20 N that was missing from TPU's stress never touched its modulus
Stiffness ratio PLA : PETG : TPU = 125 : 79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ε 0.05-0.4 %, the same elastic window used for every modulus in this deck. One representative run per material.</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(n=2)</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24.7 ± 0.1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2.23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12.1 %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12.1 %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125× below PLA. Still rising at 12.1 %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125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125 : 79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