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PROPOSED T6.4 — 50 % infill · Low 400 N · High 1100 N · 8 cycles · Sine · 0.10 mm/s  →  13.1 px loop (3.6× today), floor stays above the backlash band, peak 79 % of fracture.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PROPOSED T9 — 50 % infill · hold 600 N tared (11.3 MPa = 53 % UTS, 86 % of the 694 N yield knee) · 900 s · ramp 0.10 mm/s  →  a typical 6 % creep strain would be ≈450 µε = 20× the detection floor; even 1 % is still 3×.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Raise driver current (Vref) — ⚠ HARDWARE today, NOT a software change · see next slide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T7 — CAN THE Vref FIX BE DONE IN SOFTWARE?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— not as the rig stands today. But the driver hardware would allow it, and that is the single highest-value change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TODAY — a screwdriver job, not a code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84831"/>
            <a:ext cx="5532120" cy="1874519"/>
          </a:xfrm>
          <a:prstGeom prst="roundRect">
            <a:avLst/>
          </a:prstGeom>
          <a:solidFill>
            <a:srgbClr val="FFCDD2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Firmware drives the motors with STEP / DIR / ENABLE only.
• No SPI, no UART to the driver
• No TMCStepper (or equivalent) library
• MoToStepper in STEPDIR mode; 200 × 8 microsteps
⇒ Nothing in main.py or the firmware can change motor current. Vref is set physically on the driver board and verified with a multimeter.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POSSIBLE — the driver is an SPI Trinamic part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84831"/>
            <a:ext cx="5532120" cy="1874519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MKS TMC2160_57 boards (README + PROJECT_REQUIREMENTS).
Wire CS / SCK / MOSI / MISO to the ESP32 and you can:
• SET run current in code — GLOBALSCALER + IRUN
• READ DRV_STATUS — otpw / ot over-temperature flags
• READ StallGuard — a true stall signal, not an inference
⇒ The thermal-derating theory stops being a theory and becomes a LOGGED CHANNEL.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96512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Is the drivetrain even big enough?  2 × 1.85 Nm · 20:1 gearbox · 5 mm lead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43984"/>
          <a:ext cx="1138428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Lead-screw efficiency assumed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15 % (pessimistic ACME)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90 % (ball screw)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the drivetrain should reach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12,554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16,738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25,108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75,323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Headroom over the 3696 N needed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6.8×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20.4×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58384"/>
            <a:ext cx="11384280" cy="530352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Even at a pessimistic 15 % screw efficiency the drivetrain should deliver ~3.4× what is needed, yet T7 stopped at 72 %. A mechanical-sizing explanation does not survive that arithmetic — an electrical one does, which is why driver current is suspect #1.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943600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RECOMMENDED ORDER — (1) measure Vref and compare against the motor's rated current; (2) fit a heatsink/fan; (3) wire the SPI pins and log DRV_STATUS so derating is measured, not guessed.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Motor AMP57TH76-4280 (1.85 Nm), gearbox EPL64/2 20:1, 5 mm lead — from README.md and the MM_PER_S_PER_RPM constant in main.py. Torque figures are holding torque at rated current; if the driver runs the motor below rating, available force scales down roughly with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“the specimen softens but the machine reads stiffer”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This is the single most important idea on the T8 slide, so here it is slowly. Nothing here is new data — it is the same numbers, explained.</a:t>
            </a:r>
          </a:p>
        </p:txBody>
      </p:sp>
      <p:pic>
        <p:nvPicPr>
          <p:cNvPr id="6" name="Picture 5" descr="sf9_teach_stiff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849" y="1389888"/>
            <a:ext cx="8597541" cy="34015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01184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you are measuring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4901184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Two DIFFERENT things.  DIC watches two dots ON the specimen. The crosshead measures how far the whole machine moved.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285232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Why that matters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5285232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crosshead reading contains the grips, screw, frame and every bit of slack — the specimen is only ONE part of what it sees.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669280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What actually happened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5669280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specimen got 26 % SOFTER (real damage). The machine got 29 % STIFFER as slack was squeezed out. The machine change is bigger, so the total went UP 4 %.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53328"/>
            <a:ext cx="269748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The one-line 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6053328"/>
            <a:ext cx="8549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The rig is the SOFTER spring (1095 vs 2325 N/mm), so it dominates the crosshead number. Only DIC can see the specimen by itself.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419088"/>
            <a:ext cx="11384280" cy="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Springs in series: 1/K_measured = 1/K_specimen + 1/K_machine. K_specimen = E·A/L; with A = 80 mm² and L = 80 mm that is numerically E in MPa, which is why all three fit on one axis.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EXPLAINER — why the energy loss DIPS, then CLIMBS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U shape looks odd until you see that TWO separate things are being added together — one dying away, one waking up.</a:t>
            </a:r>
          </a:p>
        </p:txBody>
      </p:sp>
      <p:pic>
        <p:nvPicPr>
          <p:cNvPr id="6" name="Picture 5" descr="sf9_teach_dissip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214" y="1389888"/>
            <a:ext cx="9778810" cy="324612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773168"/>
          <a:ext cx="11384277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046"/>
                <a:gridCol w="1109237"/>
                <a:gridCol w="1109237"/>
                <a:gridCol w="1459523"/>
                <a:gridCol w="1109237"/>
                <a:gridCol w="1109237"/>
                <a:gridCol w="256876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  ← lowest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what it tells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Energy lost per cycle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9.6 %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Permanent stretch added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+106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+102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+22 µm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+65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+271 µm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Left-over strain added (DIC)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+385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+254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+212 µε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+264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+1669 µε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dips, then climbs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833872"/>
            <a:ext cx="11384280" cy="47548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Three completely separate measurements all bottom out at CYCLE 5. That is why it is believed — one dipping curve could be noise; three agreeing is a real change of regime.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Careful: cycle 5 is where MATERIAL damage overtakes the still-fading MACHINE settling — it is not a pure yield point. T7.2's relaxation knee says 694 N, this says 893 N, so the deck quotes yield onset as a BRACKET of 700–900 N rather than one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SF3 · SETTINGS (RECIPES) — WHAT ONE CLICK RESTORES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A recipe is the WHOLE test setup, not just a couple of boxes. Pick a profile, press Load, and every field below is restored — including the advanced test mode and its parameters.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Specimen &amp; rig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92224"/>
          <a:ext cx="5532118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4125"/>
                <a:gridCol w="1702190"/>
                <a:gridCol w="1595803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material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PLA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infill_pct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DIC specimen preset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specimen_mode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White / Black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Cross-section area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area_mm2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mm²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 length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gauge_mm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80.0 mm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 target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preload_N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 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test_speed_mm_s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263640" y="14630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programme  ← the part people miss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792224"/>
          <a:ext cx="5532119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2019662"/>
                <a:gridCol w="1668417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Stored as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Which advanced 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ALL SIX modes' parameters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mode_params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below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target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strain_rate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0.0005 /s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auto_stop_fracture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ON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Free-text notes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why these settings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Cyclic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low/high/cycles/speed/waveform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/ 500 N · 5 · Sine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 Progressive cyclic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first_peak/peak_step/unload_to/speed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/ 150 / 100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3931920"/>
            <a:ext cx="11384280" cy="51206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Every mode's parameters are stored, not just the selected one — so switching Test type AFTER a Load gives sane values instead of leftovers from whatever was loaded before. Verified by round-trip: save → reload returns byte-identical params for all six modes.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882896"/>
            <a:ext cx="553212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Calibri"/>
              </a:rPr>
              <a:t>•  A destructive test is ONE specimen — there is no second chance to get the settings right.
•  Repeat runs are identical by construction, not by memory or a lab notebook.
•  A student can run a validated protocol without knowing how it was tuned.
•  One shared source of truth: `_mode_widget_map()` drives BOTH save and load, so the two can never drift apart. Adding a mode means one entry there and nothing else.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two profiles that ship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63640" y="4882896"/>
          <a:ext cx="5532119" cy="7406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737616"/>
                <a:gridCol w="829818"/>
                <a:gridCol w="2120645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Profile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Fracture protocols sized for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Default 100%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470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~3.2 kN in ~10 levels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Default 50% infill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the validated T7.2 / T8 settings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63640" y="5760720"/>
            <a:ext cx="55321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707070"/>
                </a:solidFill>
                <a:latin typeface="Calibri"/>
              </a:rPr>
              <a:t>Recreated automatically if missing, so a fresh clone always has them. A profile you have customised is never overwritten.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Stored as plain JSON in Software/UTM_PyQt6/recipes/ — readable, diffable, and easy to hand to someone else. The folder is gitignored as user-local; the two defaults regenerate on launch.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SENSE?  vs add:north E-PLA TDS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SAME reference as the V6 slides (p156 / p163): add:north E-PLA TDS rev 2.1, ISO 527 / 178, so k = spec ÷ measured is directly comparable across the deck. The datasheet has NO creep or relaxation data — those two rows use journals and are marked ‡.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143" y="1389888"/>
            <a:ext cx="8554952" cy="28346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77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0715"/>
                <a:gridCol w="623020"/>
                <a:gridCol w="1415955"/>
                <a:gridCol w="1869060"/>
                <a:gridCol w="1302678"/>
                <a:gridCol w="962849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SF9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 — T4 staircase, top level (100 %)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2.88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Tensile modulus E — T8 cycle 4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2.32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— T7.2 / T8 (50 % infill)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21.2 / 21.4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2.74 / 2.71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Elongation at break — T7.2 / T8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3.10 / 3.32 %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2.58 / 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39–42 %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Stress relaxation ‡ — T2, 81 s at ε=0.010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4.9 %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Creep ‡ — T1, 40 s at 5.0 MPa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none resolvable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961888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Headline: the staircase modulus measured on a HIGH-STRESS increment lands on the datasheet (k = 1.00) where the conventional broad-range fit gives k = 1.10 — the low-stress slack is what drags the usual number 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91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6391656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‡ TDS carries no viscoelastic data. Relaxation/creep compared against Materials 15(10) 3509 and J. Appl. Polym. Sci. e54463 (~11–13 % relaxation, far longer holds). Tg 55–60 °C is from the TDS.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206 · 207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206 · 207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199-200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197-199 · 206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201-206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