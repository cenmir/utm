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add a TRANSVERSE marker pair (green row): measure width contraction ε_w with the existing DIC (bonus: Poisson's ratio). Then A(t) = A₀(1+ε_w)²,  σ_cauchy = F / A(t),  plotted vs true strain ln(1+ε). Keep ENGINEERING stress as the reported / validated value (datasheet &amp; journal basis); report Cauchy as the physically-accurate supplement. Add an edge camera for through-thickness if FDM orthotropy matters.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