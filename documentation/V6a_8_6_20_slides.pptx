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ithya Sivakumar" userId="66f9b287-a2d3-4cb5-8dae-29884e733115" providerId="ADAL" clId="{937D3A49-D0E7-486D-BA98-5AD23D3FA812}"/>
    <pc:docChg chg="modSld">
      <pc:chgData name="Adithya Sivakumar" userId="66f9b287-a2d3-4cb5-8dae-29884e733115" providerId="ADAL" clId="{937D3A49-D0E7-486D-BA98-5AD23D3FA812}" dt="2026-07-29T17:13:50.073" v="7" actId="14100"/>
      <pc:docMkLst>
        <pc:docMk/>
      </pc:docMkLst>
      <pc:sldChg chg="modSp mod">
        <pc:chgData name="Adithya Sivakumar" userId="66f9b287-a2d3-4cb5-8dae-29884e733115" providerId="ADAL" clId="{937D3A49-D0E7-486D-BA98-5AD23D3FA812}" dt="2026-07-29T17:13:50.073" v="7" actId="14100"/>
        <pc:sldMkLst>
          <pc:docMk/>
          <pc:sldMk cId="0" sldId="295"/>
        </pc:sldMkLst>
        <pc:spChg chg="mod">
          <ac:chgData name="Adithya Sivakumar" userId="66f9b287-a2d3-4cb5-8dae-29884e733115" providerId="ADAL" clId="{937D3A49-D0E7-486D-BA98-5AD23D3FA812}" dt="2026-07-29T17:13:50.073" v="7" actId="14100"/>
          <ac:spMkLst>
            <pc:docMk/>
            <pc:sldMk cId="0" sldId="295"/>
            <ac:spMk id="7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7-29T17:13:42.848" v="6" actId="20577"/>
          <ac:spMkLst>
            <pc:docMk/>
            <pc:sldMk cId="0" sldId="295"/>
            <ac:spMk id="10" creationId="{00000000-0000-0000-0000-000000000000}"/>
          </ac:spMkLst>
        </pc:spChg>
        <pc:cxnChg chg="mod">
          <ac:chgData name="Adithya Sivakumar" userId="66f9b287-a2d3-4cb5-8dae-29884e733115" providerId="ADAL" clId="{937D3A49-D0E7-486D-BA98-5AD23D3FA812}" dt="2026-07-29T17:13:37.551" v="0" actId="14100"/>
          <ac:cxnSpMkLst>
            <pc:docMk/>
            <pc:sldMk cId="0" sldId="295"/>
            <ac:cxnSpMk id="9" creationId="{00000000-0000-0000-0000-000000000000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torage.googleapis.com/addnorth-com.appspot.com/imgix/assets/production/epla_tds_rev21_XTkw2P.pdf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torage.googleapis.com/addnorth-com.appspot.com/imgix/assets/production/epla_tds_rev21_XTkw2P.pdf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g"/><Relationship Id="rId3" Type="http://schemas.openxmlformats.org/officeDocument/2006/relationships/image" Target="../media/image17.jpg"/><Relationship Id="rId7" Type="http://schemas.openxmlformats.org/officeDocument/2006/relationships/image" Target="../media/image21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jpg"/><Relationship Id="rId5" Type="http://schemas.openxmlformats.org/officeDocument/2006/relationships/image" Target="../media/image19.jpg"/><Relationship Id="rId4" Type="http://schemas.openxmlformats.org/officeDocument/2006/relationships/image" Target="../media/image18.jpg"/><Relationship Id="rId9" Type="http://schemas.openxmlformats.org/officeDocument/2006/relationships/image" Target="../media/image23.jp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6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8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13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42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28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28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34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57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5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63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61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24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5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4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44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9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4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9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146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8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88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1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82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2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61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842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the report &amp; plots use ENGINEERING stress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623560" cy="3383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σ_eng = F / A₀   (A₀ = 80 mm², fixed) — what we compute &amp; report.
σ_true (Cauchy) = F / A_current — the real stress on the shrinking cross-section; NOT measured here (the deforming area is never tracked).
Link (uniform, pre-neck):   σ_true = σ_eng·(1+ε),    ε_true = ln(1+ε).
WHY engineering: ISO 527, Chacón (2017) and the add:north datasheet all report ENGINEERING stress — so it is the apples-to-apples basis for our k-factors / PASS–FAIL. True stress reads higher and would break that comparison.
Gap for our PLA (small strains): ~2–3 % higher at UTS (46.2 → ~47 MPa), ~5 % near fracture; E and σ_y essentially unchanged.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10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8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07492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add a TRANSVERSE marker pair (green row): measure width contraction ε_w with the existing DIC (bonus: Poisson's ratio). Then A(t) = A₀(1+ε_w)²,  σ_cauchy = F / A(t),  plotted vs true strain ln(1+ε). Keep ENGINEERING stress as the reported / validated value (datasheet &amp; journal basis); report Cauchy as the physically-accurate supplement. Add an edge camera for through-thickness if FDM orthotropy matters.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not transverse dots — and the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532120" cy="3657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mini-dogbone GAUGE is too NARROW to fit a transverse dot pair, and at ~20 px/mm the elastic width change is SUB-PIXEL for discrete dots — added markers cannot resolve it.
The fix: don't add markers — measure the specimen's OWN EDGES. Track the left &amp; right silhouette edges across the gauge and average the width; as it necks, that width shrinks:
    ε_w = (W₀ - W)/W₀,   ν = -ε_w/ε_axial,   A = W·t
All three routes below return a MEASURED value (no assumed ν) — written to the CSV as real data, not an estimate.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12064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EDGE-WIDTH TRACKING + a matte-black backdrop (e.g. spray-painted MDF a few cm behind the gauge): the only route that MEASURES Poisson's ratio &amp; true Cauchy stress while reusing THIS camera and specimen. Matte finish avoids LED glare; the gap softens cast shadows. Keep ENGINEERING stress as the reported / validated basis — Cauchy as the measured supplement.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95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8417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8417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8417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8417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8417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8417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841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below is built AND rig-validated (green).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bIns="27432" rtlCol="0" anchor="ctr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373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949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262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3246120" cy="406265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 dirty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>
            <a:cxnSpLocks/>
          </p:cNvCxnSpPr>
          <p:nvPr/>
        </p:nvCxnSpPr>
        <p:spPr>
          <a:xfrm flipH="1" flipV="1">
            <a:off x="4250267" y="2683933"/>
            <a:ext cx="2470573" cy="141563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dirty="0">
                <a:solidFill>
                  <a:srgbClr val="000000"/>
                </a:solidFill>
                <a:latin typeface="Calibri"/>
              </a:rPr>
              <a:t>2 · LED-switch </a:t>
            </a:r>
            <a:r>
              <a:rPr lang="en-GB" sz="1200" b="1" dirty="0">
                <a:solidFill>
                  <a:srgbClr val="000000"/>
                </a:solidFill>
                <a:latin typeface="Calibri"/>
              </a:rPr>
              <a:t>holder</a:t>
            </a:r>
            <a:endParaRPr sz="1200" b="1" dirty="0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6952</Words>
  <Application>Microsoft Office PowerPoint</Application>
  <PresentationFormat>Widescreen</PresentationFormat>
  <Paragraphs>847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Adithya Sivakumar</cp:lastModifiedBy>
  <cp:revision>1</cp:revision>
  <dcterms:created xsi:type="dcterms:W3CDTF">2013-01-27T09:14:16Z</dcterms:created>
  <dcterms:modified xsi:type="dcterms:W3CDTF">2026-07-29T17:13:57Z</dcterms:modified>
  <cp:category/>
</cp:coreProperties>
</file>