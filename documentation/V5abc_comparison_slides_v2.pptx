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 / V5b / V5c REPEATABILITY (v2) — 50 % INFILL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Three specimens — V5c re-run (position zeroed)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566927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544"/>
                <a:gridCol w="721544"/>
                <a:gridCol w="1030778"/>
                <a:gridCol w="1030778"/>
                <a:gridCol w="2164634"/>
              </a:tblGrid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Spec.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Preload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Rate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V5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463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0.1 mm/s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baseline (8.6.20)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V5b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472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0.1 mm/s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repeat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V5c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471 N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0.2 mm/s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repeat (re-run, 2x rate)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999232"/>
            <a:ext cx="56692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1">
                <a:solidFill>
                  <a:srgbClr val="707070"/>
                </a:solidFill>
                <a:latin typeface="Calibri"/>
              </a:rPr>
              <a:t>All: fresh PLA, 50 % infill (grid), LED off, spray markers, 80 mm² nominal, preload anchored from post-fracture zero. V5c re-run fixed the displacement offset (δ zeroed) but was pulled at 0.2 mm/s.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691640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22.3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 (CV 2.4 %)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3840480"/>
            <a:ext cx="1691640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1 788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force (CV 2.4 %)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8224" y="3840480"/>
            <a:ext cx="1691640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99.7 %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DIC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92040"/>
            <a:ext cx="1691640" cy="896112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20.7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σ_y  (CV 9.3 %)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67712" y="4892040"/>
            <a:ext cx="1691640" cy="896112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1.33 GPa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E  (CV 13.6 %)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78224" y="4892040"/>
            <a:ext cx="1691640" cy="896112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0.023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 (CV 19.5 %)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Repeatability across the 3 specimens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09360" y="1554480"/>
          <a:ext cx="548639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444"/>
                <a:gridCol w="1343608"/>
                <a:gridCol w="1119673"/>
                <a:gridCol w="1119673"/>
              </a:tblGrid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Spread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CV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22.34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4.3 %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Peak force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1788 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4.3 %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2.4 %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σ_y (0.2 % offset)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20.69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18.1 %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9.3 %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Elastic modulus E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1.33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25.2 %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13.6 %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Failure strain ε_f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0.023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35.5 %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19.5 %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09360" y="3794760"/>
            <a:ext cx="5486400" cy="960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Strength (UTS, peak force) stays tight — CV ≈ 2.4 %. ε_f, toughness and gauge-share scatter is dominated by V5c's 2× strain rate (PLA stiffens and embrittles at higher rate → lower ε_f), plus the short-window E slope fit.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892040"/>
            <a:ext cx="5486400" cy="914400"/>
          </a:xfrm>
          <a:prstGeom prst="rect">
            <a:avLst/>
          </a:prstGeom>
          <a:solidFill>
            <a:srgbClr val="FFD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RATE CONFOUND: V5c ran at 0.2 mm/s (V5/V5b at 0.1). Strength conclusions hold; ε_f / ductility are NOT rate-matched — re-run V5c at 0.1 mm/s for a clean triplet.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897880"/>
            <a:ext cx="11338560" cy="4572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Strength repeatable (CV 2.4 %); UTS offset ×1.43 holds. ε_f differences are largely the 0.2 mm/s rate, not material scatter.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V5/V5b/V5c — STRESS-STRAIN OVERLAY</a:t>
            </a:r>
          </a:p>
        </p:txBody>
      </p:sp>
      <p:pic>
        <p:nvPicPr>
          <p:cNvPr id="5" name="Picture 4" descr="V5abc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7772400" cy="4145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28016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Reading the overlay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794760" cy="4389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• Elastic slope and the ~22–23 MPa plateau overlay closely across all three.
• V5c (S2, red) reaches UTS at a LOWER strain and fractures earlier (ε_f 0.0175 vs ~0.025) — consistent with its 2× crosshead rate (PLA is rate-stiffening / embrittling).
• Fine ripple = measurement noise, not material: DIC centroid jitter on the strain axis (floor ≈ 1.4×10⁻⁵) and load-cell ADC noise on the stress axis (&lt;6 % of the 29.4 kN range).
• None of it shifts results: E is a slope fit, σ_y the offset construction, UTS a peak.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Curves coincide on slope and peak (~22–23 MPa). V5c fractures sooner at higher rate (ε_f 0.0175 vs ~0.025) — a strain-rate effect, not an instrument difference.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V5/V5b/V5c — LOAD vs TIME</a:t>
            </a:r>
          </a:p>
        </p:txBody>
      </p:sp>
      <p:pic>
        <p:nvPicPr>
          <p:cNvPr id="5" name="Picture 4" descr="V5abc_lo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Aligned to ramp start. V5/V5b at 0.1 mm/s, V5c at 0.2 mm/s → V5c ramps ~2× faster and fractures sooner. Peak force consistent: 1759–1836 N (spread 4.3 %); preload→peak net pull Δ ≈ 1320 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V5/V5b/V5c — STRESS vs DISPLACEMENT</a:t>
            </a:r>
          </a:p>
        </p:txBody>
      </p:sp>
      <p:pic>
        <p:nvPicPr>
          <p:cNvPr id="5" name="Picture 4" descr="V5abc_stress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Gauge share of crosshead travel: V5 52 %, V5b 53 %, V5c 33 %. V5c's lower share follows its smaller gauge stretch (ε_f 0.0175 → 1.40 mm) over a larger 4.27 mm travel — partly the higher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V5/V5b/V5c — GAUGE STRAIN vs DISPLACEMENT</a:t>
            </a:r>
          </a:p>
        </p:txBody>
      </p:sp>
      <p:pic>
        <p:nvPicPr>
          <p:cNvPr id="5" name="Picture 4" descr="V5abc_strain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All three sit below the dotted ‘all travel → gauge’ line (rig compliance). V5/V5b reach ε_f ≈ 0.025; V5c stops at 0.0175 — it fractured earlier at the higher 0.2 mm/s 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V5/V5b/V5c — PARAMETER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Values and % deviation relative to V5 (S4)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859535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724"/>
                <a:gridCol w="1146048"/>
                <a:gridCol w="1146048"/>
                <a:gridCol w="1146048"/>
                <a:gridCol w="1088745"/>
                <a:gridCol w="1088745"/>
              </a:tblGrid>
              <a:tr h="378229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 (S4)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V5b (S3)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V5c (S2)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Δ% V5b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Δ% V5c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78229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Crosshead rate (mm/s)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+100</a:t>
                      </a:r>
                    </a:p>
                  </a:txBody>
                  <a:tcPr>
                    <a:solidFill>
                      <a:srgbClr val="FFD9B3"/>
                    </a:solidFill>
                  </a:tcPr>
                </a:tc>
              </a:tr>
              <a:tr h="378229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Elastic modulus E (GPa)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1.54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−18.4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−21.9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378229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Yield σ_y 0.2 % (MPa)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19.04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20.25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22.79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+6.4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+19.7</a:t>
                      </a:r>
                    </a:p>
                  </a:txBody>
                  <a:tcPr/>
                </a:tc>
              </a:tr>
              <a:tr h="378229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UTS (MPa)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22.09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21.99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22.95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+3.9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78229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Peak true force (N)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1767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1759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1836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+3.9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78229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Failure strain ε_f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0.0246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0.0255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0.0175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+3.6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−28.9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378229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Toughness (kJ/m³)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462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488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344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+5.6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−25.6</a:t>
                      </a:r>
                    </a:p>
                  </a:txBody>
                  <a:tcPr/>
                </a:tc>
              </a:tr>
              <a:tr h="378229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Gauge share of travel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51.7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52.9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32.8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+2.3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−36.6</a:t>
                      </a:r>
                    </a:p>
                  </a:txBody>
                  <a:tcPr/>
                </a:tc>
              </a:tr>
              <a:tr h="378229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Pull duration (s)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38.4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38.7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21.6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+0.9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−43.7</a:t>
                      </a:r>
                    </a:p>
                  </a:txBody>
                  <a:tcPr/>
                </a:tc>
              </a:tr>
              <a:tr h="37823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DIC tracking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99.6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281160" y="118872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Reading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1600200"/>
            <a:ext cx="2743200" cy="4206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• UTS &amp; peak force: within ±4 % — strength reproduces.
• Orange row = the 0.2 mm/s confound. It drives the V5c deltas below:
  – σ_y ↑ (rate stiffening)
  – ε_f, toughness, duration, gauge-share ↓ (earlier, more brittle fracture).
• E scatters (short-window slope fit), independent of rate.
• DIC tracked 99.6 % even at the higher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Green = repeatable strength. Orange = strain-rate confound (V5c 0.2 mm/s). Yellow = scatter (E fit / rate-driven ε_f).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INFILL OFFSET FACTOR — REPEATABILITY</a:t>
            </a:r>
          </a:p>
        </p:txBody>
      </p:sp>
      <p:pic>
        <p:nvPicPr>
          <p:cNvPr id="5" name="Picture 4" descr="V5abc_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766560" cy="3631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1887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Offset factor  k = Chacón_min / measured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06640" y="1572768"/>
          <a:ext cx="457199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042"/>
                <a:gridCol w="875489"/>
                <a:gridCol w="875489"/>
                <a:gridCol w="875489"/>
                <a:gridCol w="875489"/>
              </a:tblGrid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V5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V5b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V5c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×1.95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×2.39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×2.50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×2.28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×1.58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×1.48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×1.32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×1.46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×1.45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×1.45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×1.39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×1.43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3063240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Calibri"/>
              </a:rPr>
              <a:t>UTS knock-down is repeatable (×1.43, all 3 within ±0.06); σ_y tight (×1.3–1.6). E scatters (×1.95–2.50) — it tracks the noisy short-window modulus fit.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023360"/>
            <a:ext cx="4572000" cy="10515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No SINGLE all-property k now: V5c's E demands ≥2.50 but its σ_y caps ≤2.19 (window empty). Driven by the noisy E fit + V5c's 0.2 mm/s raising σ_y. The robust result is the strength offset ≈ ×1.4–1.5.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138928"/>
            <a:ext cx="4572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07070"/>
                </a:solidFill>
                <a:latin typeface="Calibri"/>
              </a:rPr>
              <a:t>(V1 deck reported a common k ≈ 2.4 from the earlier V5c; the rate-confounded re-run collapses that window — strength offset is the stable takeaway.)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43600"/>
            <a:ext cx="1152144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Strength offset REPEATABLE (×1.43–1.5). Re-run V5c at 0.1 mm/s for a rate-matched ε_f triplet. Next: V5d/e (LED on), V6 (100 % infill, expect k ≈ 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