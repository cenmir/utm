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measured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2.41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47.8 MPa and σ_y 47.8 MPa sit mid-range (k = 0.63–0.67 &lt; 1 ⇒ no knock-down needed). E (2.41 GPa, ×1.25) is just shy of the 3.0 GPa floor — held down by the rig-compliance-limited apparent modulus. Common-factor window ≈ [1.05, 1.25] → k ≈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2.17×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2.83×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99.9 %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(99.9 % tracking, clean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Journal reference (Chacón 2017). Also validated against the add:north E-PLA datasheet — see the 'add:north PLA reference' slide (p. 156).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2.17× the peak force (3826 vs 1767 N) and sustains a longer pull to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~2.2× stiffer and stronger (UTS 47.8 vs 22.1 MPa) with a similar failure strain — the difference is load-bearing cross-section, i.e. the infill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needs more travel (7.3 vs 3.8 mm) to fracture: higher force ⇒ more rig/grip take-up, so the gauge share of travel drops to 33 % (vs 52 % at 50 %).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 vs V5: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compliance). V6a's shallower slope = a smaller share of travel reaches the gauge (stiffer specimen, higher force, more machine take-up).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values, ratio (100 % / 50 %) and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8981"/>
                <a:gridCol w="1153715"/>
                <a:gridCol w="1214437"/>
                <a:gridCol w="1032271"/>
                <a:gridCol w="1092993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V6a 100 %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2.17×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+117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2.17×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+117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+151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1.57×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+57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44.48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+21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+184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4.7×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+21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4.94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0.63×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−37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−19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~2.2× — MORE than 2× for a 2× infill jump. The 50 % knock-down is NONLINEAR: 50 % infill bears &lt; 50 % of the solid load path.
• σ_y rises the most (2.5×) — 100 % yields right at its UTS.
• ε_f similar (1.2×): both fracture at ~0.025–0.030 strain.
• Toughness 2.8× — stronger AND slightly more extensible.
• Higher force ⇒ rig take-up 2.7× → gauge share falls 52 → 33 % (strain still from DIC).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760720"/>
            <a:ext cx="3611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≈ 2.2× strength, k: 1.45 →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V6a: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[1.24, 2.28]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[0.63, 1.05]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1.25]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[0.67, 1.05]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[0.67, 1.05]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low (needs ≥1.24 — rig-compliance-limited) while in-range σ_y caps k ≤ 1.05 → they pull opposite ways.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V6a 100 %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82 %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82 %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3.0 %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V6a σ_y &amp; UTS land INSIDE the range (pass); modulus just below floor.
• add:north E-PLA datasheet: σ_y, UTS and E share ONE factor k ≈ 1.20 → printed 100 % ≈ 83 % of solid-rated. Coherent and actionable.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one coherent FFF knock-down k ≈ 1.2 on strength &amp; stiffness. Predict printed strength ≈ spec ÷ 1.2.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break); PLA σ_y ≈ UTS, so both are compared to 58 MPa. E-PLA = closest published add:north PLA (no PLA Economy TDS); ISO 527 moulded vs printed 80 mm² bar.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