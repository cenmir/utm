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Where it stands today: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BUILT — rig-test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1 of 5 wired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 RIG-TEST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(green) · BUILT, awaiting rig test (amber) · PLANNED (grey).  Foundations + the one-click workflow have shipped; closed-loop modes and smart-DIC are partly in; the UX layer is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app features live in the (unversioned) main.py and follow the proven auto-preload safety discipline.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awaiting rig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Recipe dropdown  — Load / Save a test setup
•  Prepare specimen  — 1-click tare (position + force + DIC)
•  Auto-stop at fracture  — halts on load collapse
•  Strain-rate mode (BETA)  — closed-loop dε/dt
•  DIC health HUD  — live OK / WARN / BAD badge
•  Safety net  — 10 kN force / 45 mm travel / 900 s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wiring stays in the unversioned main.py and will be snapshot-committed once validated on the rig.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TO BE TESTED — ON THE RIG /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(needs motor + camera)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Pass =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camera on → green 2/2; cover a dot → red BAD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click → position + force + DIC all tared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scrap pull → Stop right at the load collapse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load a starter → inputs change; Save → in list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after a test → PDF + PNG land in /reports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(BETA)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scrap pull → holds dε/dt; stops at target / break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to report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Does SetSpeed 0 HOLD the motor still?
     (dwell — staircase / relaxation)
2.  Clean reversal sequence — Stop → SetSpeed
     → direction?  (cyclic / creep)
3.  Usable crosshead stroke (mm)?
     (finalise the 45 mm travel cap)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SAFETY — Auto-stop and Strain-rate drive the motor: run them first on a SCRAP specimen with a hand near E-Stop. Everything else is read-only. Full step-by-step list: Software/UTM_PyQt6/TESTING_TODO.md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Logic is already sim/offline-validated — these runs confirm behaviour on real hardware and set the tunable thresholds (fracture arm 30% / collapse 50%, travel cap).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needs the 3 rig facts)
•  Full 'Run to fracture' — one button:
    preload → pull → auto-halt → anchor → save
•  Auto specimen metadata + folder from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ORDER — rig-test what's built → confirm the 3 facts → wire the remaining modes → edge-width Poisson (after the backdrop)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