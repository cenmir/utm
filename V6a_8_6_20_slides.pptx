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TENSILE TO FAILURE — 100 % INFILL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1206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Test setup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45920"/>
          <a:ext cx="5120639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3956"/>
                <a:gridCol w="3736683"/>
              </a:tblGrid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S7 — fresh PLA, 100 % infill, LED on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Geometry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10 × 8 mm gauge (80 mm², CAD-verified)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Markers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Spray paint — DIC 99.9 % to fracture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Preload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+470 N (anchor 475 N post-fracture)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Rate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 mm/s (rate-matched to V5)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Load cell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ANYLOAD 3 t — peak used 13 %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Reference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Chacón et al. (2017), Materials &amp; Design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7200" y="4297680"/>
            <a:ext cx="1627632" cy="896112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47.8 MPa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UTS (nominal)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03704" y="4297680"/>
            <a:ext cx="1627632" cy="896112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3 826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force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50208" y="4297680"/>
            <a:ext cx="1627632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2.41 GPa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E (nominal)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5349240"/>
            <a:ext cx="1627632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47.8 MPa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σ_y (0.2 %)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03704" y="5349240"/>
            <a:ext cx="1627632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2.98 %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failure strain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50208" y="5349240"/>
            <a:ext cx="1627632" cy="896112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≈ 1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offset 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1280160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Test timeline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691640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Mount S7 + spray markers; LED 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006840" y="2258568"/>
            <a:ext cx="0" cy="201168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309360" y="2459736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Preload +470 N → Tare δ / load / DIC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006840" y="3026664"/>
            <a:ext cx="0" cy="201168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309360" y="3227832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LED pre-flight: ε_c≈0, 2 blobs tracked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006840" y="3794760"/>
            <a:ext cx="0" cy="201168"/>
          </a:xfrm>
          <a:prstGeom prst="line">
            <a:avLst/>
          </a:prstGeom>
          <a:ln w="19050">
            <a:solidFill>
              <a:srgbClr val="1F77B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309360" y="3995928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Pull 0.1 mm/s → UTS 3826 N @ 0.020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006840" y="4562856"/>
            <a:ext cx="0" cy="201168"/>
          </a:xfrm>
          <a:prstGeom prst="line">
            <a:avLst/>
          </a:prstGeom>
          <a:ln w="19050">
            <a:solidFill>
              <a:srgbClr val="1F77B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309360" y="4764024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Plastic plateau → 7 % softening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006840" y="5330952"/>
            <a:ext cx="0" cy="201168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309360" y="5532120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Fracture ε_f = 0.030 @ 7.33 mm travel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PREDICTED RESULTS (pre-test)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Hypotheses before pulling the 100 % specimen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91640"/>
          <a:ext cx="11247117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2986"/>
                <a:gridCol w="3788503"/>
                <a:gridCol w="2841377"/>
                <a:gridCol w="1894251"/>
              </a:tblGrid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Predicted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Actual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Peak force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≤ ~4.8 kN (≈2× V5)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3.83 kN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 in range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UTS (nominal 80 mm²)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lands in Chacón 32–50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47.8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 in range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Offset factor k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≈ 1 (no knock-down)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0.67–1.25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 ≈ 1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≈ 2× V5 (rate-matched)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47.8 MPa (2.5×)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Failure mode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stiffer, higher force, slight soften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7 % soften, ε_f 0.030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9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DIC under LED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≥ 95 % tracking, clean floor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99.9 %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754880"/>
            <a:ext cx="11247120" cy="128016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Core hypothesis (G2/G3): if the 50 % offset (k≈1.45) is purely an infill knock-down, then 100 % infill at the same nominal area should reach literature directly with k ≈ 1. Confirmed below.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Predictions set from the 50 % V5 baseline + Chacón (2017) ranges and the infill-knock-down argument.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LOAD vs TIME</a:t>
            </a:r>
          </a:p>
        </p:txBody>
      </p:sp>
      <p:pic>
        <p:nvPicPr>
          <p:cNvPr id="5" name="Picture 4" descr="V6a_load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396542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Long ductile pull (73 s) at 0.1 mm/s: rises to UTS 3826 N then softens ~7 % over a wide plastic plateau before fracture. Net pull Δ ≈ 3351 N above the 475 N preload.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STRESS vs STRAIN</a:t>
            </a:r>
          </a:p>
        </p:txBody>
      </p:sp>
      <p:pic>
        <p:nvPicPr>
          <p:cNvPr id="5" name="Picture 4" descr="V6a_stress_s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460442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E = 2.41 GPa; σ_y(0.2 %) 47.8 MPa ≈ UTS 47.8 MPa (near-linear to peak), then region IV softening to ε_f = 0.030. Strength is the robust DIC-independent result (load cell + fixed area).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CAUCHY vs TRUE STRAIN</a:t>
            </a:r>
          </a:p>
        </p:txBody>
      </p:sp>
      <p:pic>
        <p:nvPicPr>
          <p:cNvPr id="5" name="Picture 4" descr="V6a_cauchy_tr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44603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Cauchy and True strain agree to &lt;0.5 % (strains are small): ε_c = 0.0298 vs ε_t = 0.0294 at fracture.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STRESS vs CROSSHEAD POSITION</a:t>
            </a:r>
          </a:p>
        </p:txBody>
      </p:sp>
      <p:pic>
        <p:nvPicPr>
          <p:cNvPr id="5" name="Picture 4" descr="V6a_stress_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44603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Of 7.33 mm crosshead travel, only 2.39 mm (33 %) stretched the gauge; rig/grip took up 4.94 mm. Higher force (3.8 kN) ⇒ ~2.7× the rig deflection of V5 → strain MUST come from DIC.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GAUGE STRAIN vs DISPLACEMENT</a:t>
            </a:r>
          </a:p>
        </p:txBody>
      </p:sp>
      <p:pic>
        <p:nvPicPr>
          <p:cNvPr id="5" name="Picture 4" descr="V6a_strain_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5341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Gauge strain rises ~linearly with travel but well below the ‘all-travel-to-gauge’ line — confirming ~two-thirds of the crosshead motion is machine compliance at this force level.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VERDICT — OFFSET ≈ 1 AT 100 %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70408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V6a measured vs Chacón range  (and offset k = Chacón_min / measured)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27632"/>
          <a:ext cx="704088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9952"/>
                <a:gridCol w="1072896"/>
                <a:gridCol w="1072896"/>
                <a:gridCol w="1743456"/>
                <a:gridCol w="2011680"/>
              </a:tblGrid>
              <a:tr h="35433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V5 k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V6a k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V6a measured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Chacón range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5433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×1.95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×1.25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2.41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3.0–5.5 GPa</a:t>
                      </a:r>
                    </a:p>
                  </a:txBody>
                  <a:tcPr/>
                </a:tc>
              </a:tr>
              <a:tr h="35433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×1.58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×0.63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47.8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30–50 MPa</a:t>
                      </a:r>
                    </a:p>
                  </a:txBody>
                  <a:tcPr/>
                </a:tc>
              </a:tr>
              <a:tr h="35433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×1.45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×0.67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47.8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32–60 MPa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154680"/>
            <a:ext cx="704088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Green = measured value lands INSIDE the Chacón range; yellow = just below.
At 100 % infill the strength values land in literature directly: UTS 47.8 MPa and σ_y 47.8 MPa sit mid-range (k = 0.63–0.67 &lt; 1 ⇒ no knock-down needed). E (2.41 GPa, ×1.25) is just shy of the 3.0 GPa floor — held down by the rig-compliance-limited apparent modulus. Common-factor window ≈ [1.05, 1.25] → k ≈ 1.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1554480"/>
            <a:ext cx="2103120" cy="100584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2.17×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UTS vs 50 %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29800" y="1554480"/>
            <a:ext cx="1920240" cy="100584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2.83×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toughness vs 50 %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0" y="2743200"/>
            <a:ext cx="2103120" cy="100584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99.9 %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DIC tracking (LED)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829800" y="2743200"/>
            <a:ext cx="1920240" cy="100584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13 %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/ load-cell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846320"/>
            <a:ext cx="11338560" cy="59436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G2 ✓ 100 % infill reaches literature (k≈1).  G3 ✓ the 50 % offset (×1.45) was purely the infill knock-down.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577840"/>
            <a:ext cx="11338560" cy="59436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DIC validated under LED lighting (99.9 % tracking, clean baseline) — lighting is precision-only, as predicted.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RECOMMENDATIONS / NEXT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527048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Run V6b, V6c (100 % repeats, LED on) to confirm offset-≈1 repeatability — as the 50 % set established for k≈1.45.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487168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459736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For material claims at 100 % infill, report nominal values directly (no infill correction); apply the ×1.45 knock-down only for 50 % infill parts.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419856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392424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LED neutrality: V6a tracked 99.9 % under LED, so lighting works for DIC. The formal 50 % LED on/off gate (V5d/e) was skipped — backfill it only if a 50 % LED-on dataset is needed.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352544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325112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Keep the rate at 0.1 mm/s for all remaining runs (the V5c2 0.2 mm/s rate-confound lesson).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285231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5257799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Post-fracture DIC fully drops out at 100 % (energetic fracture) — the load-collapse anchor handles it; the strength result is unaffected.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Next bench step: V6b/V6c (100 % repeats). Campaign goals G1 (50 % repeatable), G2/G3 (100 %≈literature) met.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V6a vs V5: LOAD vs TIME</a:t>
            </a:r>
          </a:p>
        </p:txBody>
      </p:sp>
      <p:pic>
        <p:nvPicPr>
          <p:cNvPr id="5" name="Picture 4" descr="V6a_v5_load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7218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Both at 0.1 mm/s (rate-matched). 100 % infill carries 2.17× the peak force (3826 vs 1767 N) and sustains a longer pull to fracture.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V6a vs V5: STRESS vs STRAIN</a:t>
            </a:r>
          </a:p>
        </p:txBody>
      </p:sp>
      <p:pic>
        <p:nvPicPr>
          <p:cNvPr id="5" name="Picture 4" descr="V6a_v5_stress_s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876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Same nominal 80 mm². 100 % infill is ~2.2× stiffer and stronger (UTS 47.8 vs 22.1 MPa) with a similar failure strain — the difference is load-bearing cross-section, i.e. the infill knock-down.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V6a vs V5: STRESS vs DISPLACEMENT</a:t>
            </a:r>
          </a:p>
        </p:txBody>
      </p:sp>
      <p:pic>
        <p:nvPicPr>
          <p:cNvPr id="5" name="Picture 4" descr="V6a_v5_stress_di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7218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V6a needs more travel (7.3 vs 3.8 mm) to fracture: higher force ⇒ more rig/grip take-up, so the gauge share of travel drops to 33 % (vs 52 % at 50 %).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V6a vs V5: GAUGE STRAIN vs DISPLACEMENT</a:t>
            </a:r>
          </a:p>
        </p:txBody>
      </p:sp>
      <p:pic>
        <p:nvPicPr>
          <p:cNvPr id="5" name="Picture 4" descr="V6a_v5_strain_di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7218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Both curves sit below the ideal ‘all-travel-to-gauge’ line (rig compliance). V6a's shallower slope = a smaller share of travel reaches the gauge (stiffer specimen, higher force, more machine take-up).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50 % vs 100 % INFILL — FULL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207008"/>
            <a:ext cx="7772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All measured values, ratio (100 % / 50 %) and % change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54480"/>
          <a:ext cx="7772397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8981"/>
                <a:gridCol w="1153715"/>
                <a:gridCol w="1214437"/>
                <a:gridCol w="1032271"/>
                <a:gridCol w="1092993"/>
              </a:tblGrid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V5 50 %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V6a 100 %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Δ %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Peak force (N)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1767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3826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2.17×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+117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UTS (MPa)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22.09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47.82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2.17×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+117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Yield σ_y 0.2 % (MPa)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19.04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47.80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2.51×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+151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Elastic modulus E (GPa)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1.54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2.41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1.57×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+57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Fracture stress (MPa)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21.75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44.48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2.05×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+104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Failure strain ε_f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0.0247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0.0298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1.21×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+21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Toughness (kJ/m³)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1310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2.83×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+184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Post-UTS softening (%)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7.0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4.7×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+367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Crosshead travel (mm)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3.81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7.33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1.92×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+92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Gauge stretch DIC (mm)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2.39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1.21×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+21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Rig take-up (mm)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1.84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4.94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2.69×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+169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Gauge share of travel (%)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51.8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32.6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0.63×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−37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Rig stiffness (N/mm)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961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774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0.81×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−19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Pull duration (s)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38.4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73.4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+91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DIC tracking (%)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99.8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99.9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1.00×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≈0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321040" y="1207008"/>
            <a:ext cx="35661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it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600200"/>
            <a:ext cx="3611880" cy="4114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Strength scales ~2.2× — MORE than 2× for a 2× infill jump. The 50 % knock-down is NONLINEAR: 50 % infill bears &lt; 50 % of the solid load path.
• σ_y rises the most (2.5×) — 100 % yields right at its UTS.
• ε_f similar (1.2×): both fracture at ~0.025–0.030 strain.
• Toughness 2.8× — stronger AND slightly more extensible.
• Higher force ⇒ rig take-up 2.7× → gauge share falls 52 → 33 % (strain still from DIC).
• Rate, area, markers, preload all matched — the only variable is infill.</a:t>
            </a:r>
          </a:p>
        </p:txBody>
      </p:sp>
      <p:sp>
        <p:nvSpPr>
          <p:cNvPr id="9" name="Rectangle 8"/>
          <p:cNvSpPr/>
          <p:nvPr/>
        </p:nvSpPr>
        <p:spPr>
          <a:xfrm>
            <a:off x="8321040" y="5760720"/>
            <a:ext cx="3611880" cy="5486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≈ 2.2× strength, k: 1.45 → 1.0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